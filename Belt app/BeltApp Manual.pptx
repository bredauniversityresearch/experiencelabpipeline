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4"/>
  </p:notesMasterIdLst>
  <p:sldIdLst>
    <p:sldId id="267" r:id="rId2"/>
    <p:sldId id="2538" r:id="rId3"/>
    <p:sldId id="2558" r:id="rId4"/>
    <p:sldId id="2560" r:id="rId5"/>
    <p:sldId id="2559" r:id="rId6"/>
    <p:sldId id="2561" r:id="rId7"/>
    <p:sldId id="2562" r:id="rId8"/>
    <p:sldId id="2563" r:id="rId9"/>
    <p:sldId id="2571" r:id="rId10"/>
    <p:sldId id="2548" r:id="rId11"/>
    <p:sldId id="2573" r:id="rId12"/>
    <p:sldId id="2574" r:id="rId13"/>
    <p:sldId id="2550" r:id="rId14"/>
    <p:sldId id="2551" r:id="rId15"/>
    <p:sldId id="2556" r:id="rId16"/>
    <p:sldId id="2557" r:id="rId17"/>
    <p:sldId id="2565" r:id="rId18"/>
    <p:sldId id="2564" r:id="rId19"/>
    <p:sldId id="2568" r:id="rId20"/>
    <p:sldId id="2566" r:id="rId21"/>
    <p:sldId id="2567" r:id="rId22"/>
    <p:sldId id="256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AD9874-816F-42A7-9229-5AD49AD05B85}" v="56" dt="2026-01-13T15:14:36.9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288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33"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rgun, Sait" userId="f0a9a772-fcd8-4498-8db1-b6117930e891" providerId="ADAL" clId="{56078E8A-D94B-4C2D-95EF-9D42CEDD9DD3}"/>
    <pc:docChg chg="undo custSel addSld delSld modSld sldOrd">
      <pc:chgData name="Durgun, Sait" userId="f0a9a772-fcd8-4498-8db1-b6117930e891" providerId="ADAL" clId="{56078E8A-D94B-4C2D-95EF-9D42CEDD9DD3}" dt="2026-01-13T15:15:30.919" v="1729" actId="20577"/>
      <pc:docMkLst>
        <pc:docMk/>
      </pc:docMkLst>
      <pc:sldChg chg="addSp delSp modSp mod">
        <pc:chgData name="Durgun, Sait" userId="f0a9a772-fcd8-4498-8db1-b6117930e891" providerId="ADAL" clId="{56078E8A-D94B-4C2D-95EF-9D42CEDD9DD3}" dt="2026-01-13T15:12:29.806" v="1676" actId="1076"/>
        <pc:sldMkLst>
          <pc:docMk/>
          <pc:sldMk cId="2807385746" sldId="267"/>
        </pc:sldMkLst>
        <pc:spChg chg="del">
          <ac:chgData name="Durgun, Sait" userId="f0a9a772-fcd8-4498-8db1-b6117930e891" providerId="ADAL" clId="{56078E8A-D94B-4C2D-95EF-9D42CEDD9DD3}" dt="2026-01-13T13:38:56.419" v="0" actId="478"/>
          <ac:spMkLst>
            <pc:docMk/>
            <pc:sldMk cId="2807385746" sldId="267"/>
            <ac:spMk id="3" creationId="{81FA5C10-83BF-4EFD-C00E-D5EAE5984BCE}"/>
          </ac:spMkLst>
        </pc:spChg>
        <pc:spChg chg="add del">
          <ac:chgData name="Durgun, Sait" userId="f0a9a772-fcd8-4498-8db1-b6117930e891" providerId="ADAL" clId="{56078E8A-D94B-4C2D-95EF-9D42CEDD9DD3}" dt="2026-01-13T15:11:09.309" v="1674" actId="22"/>
          <ac:spMkLst>
            <pc:docMk/>
            <pc:sldMk cId="2807385746" sldId="267"/>
            <ac:spMk id="3" creationId="{894BB821-C77E-B7D5-9065-21397E983F5F}"/>
          </ac:spMkLst>
        </pc:spChg>
        <pc:spChg chg="add mod">
          <ac:chgData name="Durgun, Sait" userId="f0a9a772-fcd8-4498-8db1-b6117930e891" providerId="ADAL" clId="{56078E8A-D94B-4C2D-95EF-9D42CEDD9DD3}" dt="2026-01-13T15:11:13.850" v="1675"/>
          <ac:spMkLst>
            <pc:docMk/>
            <pc:sldMk cId="2807385746" sldId="267"/>
            <ac:spMk id="4" creationId="{26288278-916F-FAFA-5CB4-42AC689B68B2}"/>
          </ac:spMkLst>
        </pc:spChg>
        <pc:spChg chg="mod">
          <ac:chgData name="Durgun, Sait" userId="f0a9a772-fcd8-4498-8db1-b6117930e891" providerId="ADAL" clId="{56078E8A-D94B-4C2D-95EF-9D42CEDD9DD3}" dt="2026-01-13T15:12:29.806" v="1676" actId="1076"/>
          <ac:spMkLst>
            <pc:docMk/>
            <pc:sldMk cId="2807385746" sldId="267"/>
            <ac:spMk id="8" creationId="{A3C8EA37-31F5-69D8-7DA1-051AC137ED44}"/>
          </ac:spMkLst>
        </pc:spChg>
        <pc:spChg chg="mod">
          <ac:chgData name="Durgun, Sait" userId="f0a9a772-fcd8-4498-8db1-b6117930e891" providerId="ADAL" clId="{56078E8A-D94B-4C2D-95EF-9D42CEDD9DD3}" dt="2026-01-13T15:10:42.710" v="1671" actId="1076"/>
          <ac:spMkLst>
            <pc:docMk/>
            <pc:sldMk cId="2807385746" sldId="267"/>
            <ac:spMk id="11" creationId="{0F7266EF-16FA-1EB5-945D-BA2160B9CF19}"/>
          </ac:spMkLst>
        </pc:spChg>
        <pc:spChg chg="del">
          <ac:chgData name="Durgun, Sait" userId="f0a9a772-fcd8-4498-8db1-b6117930e891" providerId="ADAL" clId="{56078E8A-D94B-4C2D-95EF-9D42CEDD9DD3}" dt="2026-01-13T15:01:50.822" v="1610" actId="478"/>
          <ac:spMkLst>
            <pc:docMk/>
            <pc:sldMk cId="2807385746" sldId="267"/>
            <ac:spMk id="12" creationId="{248B6FCB-DCCF-7D73-FEF3-58E95D306197}"/>
          </ac:spMkLst>
        </pc:spChg>
        <pc:picChg chg="mod">
          <ac:chgData name="Durgun, Sait" userId="f0a9a772-fcd8-4498-8db1-b6117930e891" providerId="ADAL" clId="{56078E8A-D94B-4C2D-95EF-9D42CEDD9DD3}" dt="2026-01-13T15:10:45.780" v="1672" actId="1076"/>
          <ac:picMkLst>
            <pc:docMk/>
            <pc:sldMk cId="2807385746" sldId="267"/>
            <ac:picMk id="9" creationId="{E2DB4B0E-364D-5904-73E5-6C6754CFACF8}"/>
          </ac:picMkLst>
        </pc:picChg>
      </pc:sldChg>
      <pc:sldChg chg="addSp delSp modSp add mod">
        <pc:chgData name="Durgun, Sait" userId="f0a9a772-fcd8-4498-8db1-b6117930e891" providerId="ADAL" clId="{56078E8A-D94B-4C2D-95EF-9D42CEDD9DD3}" dt="2026-01-13T15:13:11.912" v="1679" actId="1076"/>
        <pc:sldMkLst>
          <pc:docMk/>
          <pc:sldMk cId="2607334196" sldId="2538"/>
        </pc:sldMkLst>
        <pc:spChg chg="mod">
          <ac:chgData name="Durgun, Sait" userId="f0a9a772-fcd8-4498-8db1-b6117930e891" providerId="ADAL" clId="{56078E8A-D94B-4C2D-95EF-9D42CEDD9DD3}" dt="2026-01-13T15:08:40.611" v="1642" actId="255"/>
          <ac:spMkLst>
            <pc:docMk/>
            <pc:sldMk cId="2607334196" sldId="2538"/>
            <ac:spMk id="3" creationId="{78D50FE7-1D49-273D-A3BE-EB5C77BC5BBD}"/>
          </ac:spMkLst>
        </pc:spChg>
        <pc:spChg chg="del">
          <ac:chgData name="Durgun, Sait" userId="f0a9a772-fcd8-4498-8db1-b6117930e891" providerId="ADAL" clId="{56078E8A-D94B-4C2D-95EF-9D42CEDD9DD3}" dt="2026-01-13T15:06:31.912" v="1614" actId="478"/>
          <ac:spMkLst>
            <pc:docMk/>
            <pc:sldMk cId="2607334196" sldId="2538"/>
            <ac:spMk id="4" creationId="{8C1B523D-40F3-FF40-BF11-5BE4F7AEAA4D}"/>
          </ac:spMkLst>
        </pc:spChg>
        <pc:spChg chg="del">
          <ac:chgData name="Durgun, Sait" userId="f0a9a772-fcd8-4498-8db1-b6117930e891" providerId="ADAL" clId="{56078E8A-D94B-4C2D-95EF-9D42CEDD9DD3}" dt="2026-01-13T15:12:39.054" v="1677" actId="478"/>
          <ac:spMkLst>
            <pc:docMk/>
            <pc:sldMk cId="2607334196" sldId="2538"/>
            <ac:spMk id="6" creationId="{9BEAAEF4-F725-5DE6-A2FC-E1710EC80B96}"/>
          </ac:spMkLst>
        </pc:spChg>
        <pc:spChg chg="add">
          <ac:chgData name="Durgun, Sait" userId="f0a9a772-fcd8-4498-8db1-b6117930e891" providerId="ADAL" clId="{56078E8A-D94B-4C2D-95EF-9D42CEDD9DD3}" dt="2026-01-13T15:06:36.214" v="1615"/>
          <ac:spMkLst>
            <pc:docMk/>
            <pc:sldMk cId="2607334196" sldId="2538"/>
            <ac:spMk id="7" creationId="{9427C0A5-8705-1976-7BB7-D63736DD3345}"/>
          </ac:spMkLst>
        </pc:spChg>
        <pc:spChg chg="del mod">
          <ac:chgData name="Durgun, Sait" userId="f0a9a772-fcd8-4498-8db1-b6117930e891" providerId="ADAL" clId="{56078E8A-D94B-4C2D-95EF-9D42CEDD9DD3}" dt="2026-01-13T15:07:50.990" v="1629" actId="478"/>
          <ac:spMkLst>
            <pc:docMk/>
            <pc:sldMk cId="2607334196" sldId="2538"/>
            <ac:spMk id="8" creationId="{730C958B-AF6D-1C7B-083D-DFE2F6E3CABE}"/>
          </ac:spMkLst>
        </pc:spChg>
        <pc:spChg chg="add mod">
          <ac:chgData name="Durgun, Sait" userId="f0a9a772-fcd8-4498-8db1-b6117930e891" providerId="ADAL" clId="{56078E8A-D94B-4C2D-95EF-9D42CEDD9DD3}" dt="2026-01-13T15:09:21.402" v="1664" actId="12"/>
          <ac:spMkLst>
            <pc:docMk/>
            <pc:sldMk cId="2607334196" sldId="2538"/>
            <ac:spMk id="10" creationId="{0CB64FA4-15B2-D7FD-80D7-38B997B4FF61}"/>
          </ac:spMkLst>
        </pc:spChg>
        <pc:spChg chg="add mod">
          <ac:chgData name="Durgun, Sait" userId="f0a9a772-fcd8-4498-8db1-b6117930e891" providerId="ADAL" clId="{56078E8A-D94B-4C2D-95EF-9D42CEDD9DD3}" dt="2026-01-13T15:13:11.912" v="1679" actId="1076"/>
          <ac:spMkLst>
            <pc:docMk/>
            <pc:sldMk cId="2607334196" sldId="2538"/>
            <ac:spMk id="12" creationId="{5A6D71F4-C925-2F09-DA3B-202441C48681}"/>
          </ac:spMkLst>
        </pc:spChg>
      </pc:sldChg>
      <pc:sldChg chg="addSp delSp modSp mod modAnim">
        <pc:chgData name="Durgun, Sait" userId="f0a9a772-fcd8-4498-8db1-b6117930e891" providerId="ADAL" clId="{56078E8A-D94B-4C2D-95EF-9D42CEDD9DD3}" dt="2026-01-13T15:14:25.271" v="1709"/>
        <pc:sldMkLst>
          <pc:docMk/>
          <pc:sldMk cId="3233406601" sldId="2548"/>
        </pc:sldMkLst>
        <pc:spChg chg="del mod">
          <ac:chgData name="Durgun, Sait" userId="f0a9a772-fcd8-4498-8db1-b6117930e891" providerId="ADAL" clId="{56078E8A-D94B-4C2D-95EF-9D42CEDD9DD3}" dt="2026-01-13T14:27:32.533" v="398" actId="478"/>
          <ac:spMkLst>
            <pc:docMk/>
            <pc:sldMk cId="3233406601" sldId="2548"/>
            <ac:spMk id="3" creationId="{1E114F51-7878-F0D1-3289-ABF877B5D4D6}"/>
          </ac:spMkLst>
        </pc:spChg>
        <pc:spChg chg="add mod">
          <ac:chgData name="Durgun, Sait" userId="f0a9a772-fcd8-4498-8db1-b6117930e891" providerId="ADAL" clId="{56078E8A-D94B-4C2D-95EF-9D42CEDD9DD3}" dt="2026-01-13T15:14:25.271" v="1709"/>
          <ac:spMkLst>
            <pc:docMk/>
            <pc:sldMk cId="3233406601" sldId="2548"/>
            <ac:spMk id="3" creationId="{B2786118-111F-8527-750E-D68335A70BCA}"/>
          </ac:spMkLst>
        </pc:spChg>
        <pc:spChg chg="mod">
          <ac:chgData name="Durgun, Sait" userId="f0a9a772-fcd8-4498-8db1-b6117930e891" providerId="ADAL" clId="{56078E8A-D94B-4C2D-95EF-9D42CEDD9DD3}" dt="2026-01-13T14:27:42.440" v="399" actId="1076"/>
          <ac:spMkLst>
            <pc:docMk/>
            <pc:sldMk cId="3233406601" sldId="2548"/>
            <ac:spMk id="5" creationId="{5B67F047-862A-F870-6D13-1EA0DF11CEB0}"/>
          </ac:spMkLst>
        </pc:spChg>
        <pc:spChg chg="del">
          <ac:chgData name="Durgun, Sait" userId="f0a9a772-fcd8-4498-8db1-b6117930e891" providerId="ADAL" clId="{56078E8A-D94B-4C2D-95EF-9D42CEDD9DD3}" dt="2026-01-13T15:13:41.701" v="1691" actId="478"/>
          <ac:spMkLst>
            <pc:docMk/>
            <pc:sldMk cId="3233406601" sldId="2548"/>
            <ac:spMk id="8" creationId="{5EB8A558-D61E-B053-8D04-76C26E728601}"/>
          </ac:spMkLst>
        </pc:spChg>
        <pc:spChg chg="del">
          <ac:chgData name="Durgun, Sait" userId="f0a9a772-fcd8-4498-8db1-b6117930e891" providerId="ADAL" clId="{56078E8A-D94B-4C2D-95EF-9D42CEDD9DD3}" dt="2026-01-13T14:26:30.108" v="343" actId="478"/>
          <ac:spMkLst>
            <pc:docMk/>
            <pc:sldMk cId="3233406601" sldId="2548"/>
            <ac:spMk id="12" creationId="{38E0E5F4-9335-9D8A-F2C6-609D31E73666}"/>
          </ac:spMkLst>
        </pc:spChg>
        <pc:spChg chg="add del mod">
          <ac:chgData name="Durgun, Sait" userId="f0a9a772-fcd8-4498-8db1-b6117930e891" providerId="ADAL" clId="{56078E8A-D94B-4C2D-95EF-9D42CEDD9DD3}" dt="2026-01-13T14:31:15.047" v="443" actId="478"/>
          <ac:spMkLst>
            <pc:docMk/>
            <pc:sldMk cId="3233406601" sldId="2548"/>
            <ac:spMk id="14" creationId="{43B8685A-BAAD-4CD2-6506-26802B87220B}"/>
          </ac:spMkLst>
        </pc:spChg>
        <pc:spChg chg="add mod">
          <ac:chgData name="Durgun, Sait" userId="f0a9a772-fcd8-4498-8db1-b6117930e891" providerId="ADAL" clId="{56078E8A-D94B-4C2D-95EF-9D42CEDD9DD3}" dt="2026-01-13T14:34:06.301" v="653" actId="1076"/>
          <ac:spMkLst>
            <pc:docMk/>
            <pc:sldMk cId="3233406601" sldId="2548"/>
            <ac:spMk id="16" creationId="{584E3DA0-87C4-B9BB-3401-D35879DB7929}"/>
          </ac:spMkLst>
        </pc:spChg>
        <pc:spChg chg="add mod">
          <ac:chgData name="Durgun, Sait" userId="f0a9a772-fcd8-4498-8db1-b6117930e891" providerId="ADAL" clId="{56078E8A-D94B-4C2D-95EF-9D42CEDD9DD3}" dt="2026-01-13T14:34:00.973" v="652" actId="20577"/>
          <ac:spMkLst>
            <pc:docMk/>
            <pc:sldMk cId="3233406601" sldId="2548"/>
            <ac:spMk id="27" creationId="{0C265CBB-6B1B-5361-65D6-93C04A56B375}"/>
          </ac:spMkLst>
        </pc:spChg>
        <pc:spChg chg="add mod">
          <ac:chgData name="Durgun, Sait" userId="f0a9a772-fcd8-4498-8db1-b6117930e891" providerId="ADAL" clId="{56078E8A-D94B-4C2D-95EF-9D42CEDD9DD3}" dt="2026-01-13T14:37:50.376" v="774" actId="1076"/>
          <ac:spMkLst>
            <pc:docMk/>
            <pc:sldMk cId="3233406601" sldId="2548"/>
            <ac:spMk id="31" creationId="{0759AE9D-8263-AF00-0878-6D3402C6BE88}"/>
          </ac:spMkLst>
        </pc:spChg>
        <pc:spChg chg="add mod">
          <ac:chgData name="Durgun, Sait" userId="f0a9a772-fcd8-4498-8db1-b6117930e891" providerId="ADAL" clId="{56078E8A-D94B-4C2D-95EF-9D42CEDD9DD3}" dt="2026-01-13T14:59:54.239" v="1593" actId="1076"/>
          <ac:spMkLst>
            <pc:docMk/>
            <pc:sldMk cId="3233406601" sldId="2548"/>
            <ac:spMk id="38" creationId="{DC6CE76C-0D5E-F3CE-4E7B-B1EB5EF7B5F9}"/>
          </ac:spMkLst>
        </pc:spChg>
        <pc:spChg chg="add mod">
          <ac:chgData name="Durgun, Sait" userId="f0a9a772-fcd8-4498-8db1-b6117930e891" providerId="ADAL" clId="{56078E8A-D94B-4C2D-95EF-9D42CEDD9DD3}" dt="2026-01-13T15:00:21.904" v="1598" actId="14100"/>
          <ac:spMkLst>
            <pc:docMk/>
            <pc:sldMk cId="3233406601" sldId="2548"/>
            <ac:spMk id="43" creationId="{015BC9C4-A7A3-2E30-E33E-2B83F12B2912}"/>
          </ac:spMkLst>
        </pc:spChg>
        <pc:spChg chg="add mod">
          <ac:chgData name="Durgun, Sait" userId="f0a9a772-fcd8-4498-8db1-b6117930e891" providerId="ADAL" clId="{56078E8A-D94B-4C2D-95EF-9D42CEDD9DD3}" dt="2026-01-13T15:00:29.089" v="1600" actId="1076"/>
          <ac:spMkLst>
            <pc:docMk/>
            <pc:sldMk cId="3233406601" sldId="2548"/>
            <ac:spMk id="44" creationId="{9AC565B6-96A3-970E-6FFA-789500C7A332}"/>
          </ac:spMkLst>
        </pc:spChg>
        <pc:picChg chg="del">
          <ac:chgData name="Durgun, Sait" userId="f0a9a772-fcd8-4498-8db1-b6117930e891" providerId="ADAL" clId="{56078E8A-D94B-4C2D-95EF-9D42CEDD9DD3}" dt="2026-01-13T14:26:24.656" v="340" actId="478"/>
          <ac:picMkLst>
            <pc:docMk/>
            <pc:sldMk cId="3233406601" sldId="2548"/>
            <ac:picMk id="2" creationId="{A96AB153-11C3-D46B-F57F-2932ED9F588E}"/>
          </ac:picMkLst>
        </pc:picChg>
        <pc:picChg chg="add mod ord">
          <ac:chgData name="Durgun, Sait" userId="f0a9a772-fcd8-4498-8db1-b6117930e891" providerId="ADAL" clId="{56078E8A-D94B-4C2D-95EF-9D42CEDD9DD3}" dt="2026-01-13T14:32:44.023" v="562" actId="1076"/>
          <ac:picMkLst>
            <pc:docMk/>
            <pc:sldMk cId="3233406601" sldId="2548"/>
            <ac:picMk id="7" creationId="{0336B325-3C0F-3B9D-24FA-C2D82AFA9180}"/>
          </ac:picMkLst>
        </pc:picChg>
        <pc:picChg chg="add del mod">
          <ac:chgData name="Durgun, Sait" userId="f0a9a772-fcd8-4498-8db1-b6117930e891" providerId="ADAL" clId="{56078E8A-D94B-4C2D-95EF-9D42CEDD9DD3}" dt="2026-01-13T14:29:36.638" v="439" actId="478"/>
          <ac:picMkLst>
            <pc:docMk/>
            <pc:sldMk cId="3233406601" sldId="2548"/>
            <ac:picMk id="13" creationId="{5414D1C2-5F73-EE1F-EFBF-4AC85CB62353}"/>
          </ac:picMkLst>
        </pc:picChg>
        <pc:picChg chg="add mod">
          <ac:chgData name="Durgun, Sait" userId="f0a9a772-fcd8-4498-8db1-b6117930e891" providerId="ADAL" clId="{56078E8A-D94B-4C2D-95EF-9D42CEDD9DD3}" dt="2026-01-13T14:32:45.350" v="563" actId="1076"/>
          <ac:picMkLst>
            <pc:docMk/>
            <pc:sldMk cId="3233406601" sldId="2548"/>
            <ac:picMk id="20" creationId="{C00D9E9E-15F3-057D-9D7B-B21B2C4D5D4B}"/>
          </ac:picMkLst>
        </pc:picChg>
        <pc:picChg chg="add mod">
          <ac:chgData name="Durgun, Sait" userId="f0a9a772-fcd8-4498-8db1-b6117930e891" providerId="ADAL" clId="{56078E8A-D94B-4C2D-95EF-9D42CEDD9DD3}" dt="2026-01-13T14:33:05.589" v="567" actId="1076"/>
          <ac:picMkLst>
            <pc:docMk/>
            <pc:sldMk cId="3233406601" sldId="2548"/>
            <ac:picMk id="23" creationId="{924156D3-2792-650B-B058-5D4C02C94B83}"/>
          </ac:picMkLst>
        </pc:picChg>
        <pc:picChg chg="add mod">
          <ac:chgData name="Durgun, Sait" userId="f0a9a772-fcd8-4498-8db1-b6117930e891" providerId="ADAL" clId="{56078E8A-D94B-4C2D-95EF-9D42CEDD9DD3}" dt="2026-01-13T14:37:58.727" v="778" actId="1076"/>
          <ac:picMkLst>
            <pc:docMk/>
            <pc:sldMk cId="3233406601" sldId="2548"/>
            <ac:picMk id="29" creationId="{2A8A2AED-6BA9-5A45-05E3-03168E1AA2F3}"/>
          </ac:picMkLst>
        </pc:picChg>
        <pc:cxnChg chg="mod">
          <ac:chgData name="Durgun, Sait" userId="f0a9a772-fcd8-4498-8db1-b6117930e891" providerId="ADAL" clId="{56078E8A-D94B-4C2D-95EF-9D42CEDD9DD3}" dt="2026-01-13T14:27:42.440" v="399" actId="1076"/>
          <ac:cxnSpMkLst>
            <pc:docMk/>
            <pc:sldMk cId="3233406601" sldId="2548"/>
            <ac:cxnSpMk id="4" creationId="{249597BC-B242-6F7F-1768-E90CB2013047}"/>
          </ac:cxnSpMkLst>
        </pc:cxnChg>
        <pc:cxnChg chg="add mod">
          <ac:chgData name="Durgun, Sait" userId="f0a9a772-fcd8-4498-8db1-b6117930e891" providerId="ADAL" clId="{56078E8A-D94B-4C2D-95EF-9D42CEDD9DD3}" dt="2026-01-13T14:32:48.918" v="564" actId="1076"/>
          <ac:cxnSpMkLst>
            <pc:docMk/>
            <pc:sldMk cId="3233406601" sldId="2548"/>
            <ac:cxnSpMk id="15" creationId="{96CE404F-298C-3728-BA93-C536601B97BE}"/>
          </ac:cxnSpMkLst>
        </pc:cxnChg>
        <pc:cxnChg chg="add mod">
          <ac:chgData name="Durgun, Sait" userId="f0a9a772-fcd8-4498-8db1-b6117930e891" providerId="ADAL" clId="{56078E8A-D94B-4C2D-95EF-9D42CEDD9DD3}" dt="2026-01-13T14:33:15.581" v="570" actId="14100"/>
          <ac:cxnSpMkLst>
            <pc:docMk/>
            <pc:sldMk cId="3233406601" sldId="2548"/>
            <ac:cxnSpMk id="24" creationId="{5F3FC792-683E-106A-287B-87D48993BBBF}"/>
          </ac:cxnSpMkLst>
        </pc:cxnChg>
        <pc:cxnChg chg="add mod">
          <ac:chgData name="Durgun, Sait" userId="f0a9a772-fcd8-4498-8db1-b6117930e891" providerId="ADAL" clId="{56078E8A-D94B-4C2D-95EF-9D42CEDD9DD3}" dt="2026-01-13T14:37:58.727" v="778" actId="1076"/>
          <ac:cxnSpMkLst>
            <pc:docMk/>
            <pc:sldMk cId="3233406601" sldId="2548"/>
            <ac:cxnSpMk id="30" creationId="{7E529F56-C88C-CC24-3824-454EB8FF7759}"/>
          </ac:cxnSpMkLst>
        </pc:cxnChg>
        <pc:cxnChg chg="add mod">
          <ac:chgData name="Durgun, Sait" userId="f0a9a772-fcd8-4498-8db1-b6117930e891" providerId="ADAL" clId="{56078E8A-D94B-4C2D-95EF-9D42CEDD9DD3}" dt="2026-01-13T14:59:56.637" v="1594" actId="14100"/>
          <ac:cxnSpMkLst>
            <pc:docMk/>
            <pc:sldMk cId="3233406601" sldId="2548"/>
            <ac:cxnSpMk id="39" creationId="{5C5532B4-BA12-DEBA-D486-25B3B45EEE31}"/>
          </ac:cxnSpMkLst>
        </pc:cxnChg>
        <pc:cxnChg chg="add mod">
          <ac:chgData name="Durgun, Sait" userId="f0a9a772-fcd8-4498-8db1-b6117930e891" providerId="ADAL" clId="{56078E8A-D94B-4C2D-95EF-9D42CEDD9DD3}" dt="2026-01-13T15:00:35.532" v="1603" actId="14100"/>
          <ac:cxnSpMkLst>
            <pc:docMk/>
            <pc:sldMk cId="3233406601" sldId="2548"/>
            <ac:cxnSpMk id="45" creationId="{74D8735A-38F8-874A-E95E-8B7AAB640F62}"/>
          </ac:cxnSpMkLst>
        </pc:cxnChg>
      </pc:sldChg>
      <pc:sldChg chg="del">
        <pc:chgData name="Durgun, Sait" userId="f0a9a772-fcd8-4498-8db1-b6117930e891" providerId="ADAL" clId="{56078E8A-D94B-4C2D-95EF-9D42CEDD9DD3}" dt="2026-01-13T14:51:15.367" v="1225" actId="47"/>
        <pc:sldMkLst>
          <pc:docMk/>
          <pc:sldMk cId="2821017429" sldId="2549"/>
        </pc:sldMkLst>
      </pc:sldChg>
      <pc:sldChg chg="addSp delSp modSp mod">
        <pc:chgData name="Durgun, Sait" userId="f0a9a772-fcd8-4498-8db1-b6117930e891" providerId="ADAL" clId="{56078E8A-D94B-4C2D-95EF-9D42CEDD9DD3}" dt="2026-01-13T15:14:30.855" v="1714"/>
        <pc:sldMkLst>
          <pc:docMk/>
          <pc:sldMk cId="3318637876" sldId="2550"/>
        </pc:sldMkLst>
        <pc:spChg chg="add mod">
          <ac:chgData name="Durgun, Sait" userId="f0a9a772-fcd8-4498-8db1-b6117930e891" providerId="ADAL" clId="{56078E8A-D94B-4C2D-95EF-9D42CEDD9DD3}" dt="2026-01-13T15:14:30.855" v="1714"/>
          <ac:spMkLst>
            <pc:docMk/>
            <pc:sldMk cId="3318637876" sldId="2550"/>
            <ac:spMk id="6" creationId="{14A60588-8AE4-82A8-1701-C03C65095BE7}"/>
          </ac:spMkLst>
        </pc:spChg>
        <pc:spChg chg="del">
          <ac:chgData name="Durgun, Sait" userId="f0a9a772-fcd8-4498-8db1-b6117930e891" providerId="ADAL" clId="{56078E8A-D94B-4C2D-95EF-9D42CEDD9DD3}" dt="2026-01-13T15:13:48.512" v="1694" actId="478"/>
          <ac:spMkLst>
            <pc:docMk/>
            <pc:sldMk cId="3318637876" sldId="2550"/>
            <ac:spMk id="8" creationId="{1C1B9C7A-87F3-957D-DD00-486E0AFD4B35}"/>
          </ac:spMkLst>
        </pc:spChg>
      </pc:sldChg>
      <pc:sldChg chg="addSp delSp modSp mod">
        <pc:chgData name="Durgun, Sait" userId="f0a9a772-fcd8-4498-8db1-b6117930e891" providerId="ADAL" clId="{56078E8A-D94B-4C2D-95EF-9D42CEDD9DD3}" dt="2026-01-13T15:14:28.767" v="1712"/>
        <pc:sldMkLst>
          <pc:docMk/>
          <pc:sldMk cId="776676707" sldId="2551"/>
        </pc:sldMkLst>
        <pc:spChg chg="add mod">
          <ac:chgData name="Durgun, Sait" userId="f0a9a772-fcd8-4498-8db1-b6117930e891" providerId="ADAL" clId="{56078E8A-D94B-4C2D-95EF-9D42CEDD9DD3}" dt="2026-01-13T15:14:28.767" v="1712"/>
          <ac:spMkLst>
            <pc:docMk/>
            <pc:sldMk cId="776676707" sldId="2551"/>
            <ac:spMk id="7" creationId="{9873E9E7-1300-E5E6-8EB3-8879F084BEE2}"/>
          </ac:spMkLst>
        </pc:spChg>
        <pc:spChg chg="del">
          <ac:chgData name="Durgun, Sait" userId="f0a9a772-fcd8-4498-8db1-b6117930e891" providerId="ADAL" clId="{56078E8A-D94B-4C2D-95EF-9D42CEDD9DD3}" dt="2026-01-13T15:13:51.305" v="1695" actId="478"/>
          <ac:spMkLst>
            <pc:docMk/>
            <pc:sldMk cId="776676707" sldId="2551"/>
            <ac:spMk id="8" creationId="{878E747C-9B48-F88D-8C84-1F74008D6E3C}"/>
          </ac:spMkLst>
        </pc:spChg>
      </pc:sldChg>
      <pc:sldChg chg="addSp delSp modSp mod">
        <pc:chgData name="Durgun, Sait" userId="f0a9a772-fcd8-4498-8db1-b6117930e891" providerId="ADAL" clId="{56078E8A-D94B-4C2D-95EF-9D42CEDD9DD3}" dt="2026-01-13T15:14:29.792" v="1713"/>
        <pc:sldMkLst>
          <pc:docMk/>
          <pc:sldMk cId="2403328530" sldId="2556"/>
        </pc:sldMkLst>
        <pc:spChg chg="del">
          <ac:chgData name="Durgun, Sait" userId="f0a9a772-fcd8-4498-8db1-b6117930e891" providerId="ADAL" clId="{56078E8A-D94B-4C2D-95EF-9D42CEDD9DD3}" dt="2026-01-13T15:13:53.414" v="1696" actId="478"/>
          <ac:spMkLst>
            <pc:docMk/>
            <pc:sldMk cId="2403328530" sldId="2556"/>
            <ac:spMk id="8" creationId="{57A4D03C-BD02-3FD2-2574-2CA3058A234A}"/>
          </ac:spMkLst>
        </pc:spChg>
        <pc:spChg chg="add mod">
          <ac:chgData name="Durgun, Sait" userId="f0a9a772-fcd8-4498-8db1-b6117930e891" providerId="ADAL" clId="{56078E8A-D94B-4C2D-95EF-9D42CEDD9DD3}" dt="2026-01-13T15:14:29.792" v="1713"/>
          <ac:spMkLst>
            <pc:docMk/>
            <pc:sldMk cId="2403328530" sldId="2556"/>
            <ac:spMk id="9" creationId="{EF1326D9-7A5C-EABD-2C68-DECB6F75AD13}"/>
          </ac:spMkLst>
        </pc:spChg>
      </pc:sldChg>
      <pc:sldChg chg="addSp delSp modSp mod">
        <pc:chgData name="Durgun, Sait" userId="f0a9a772-fcd8-4498-8db1-b6117930e891" providerId="ADAL" clId="{56078E8A-D94B-4C2D-95EF-9D42CEDD9DD3}" dt="2026-01-13T15:14:32.734" v="1715"/>
        <pc:sldMkLst>
          <pc:docMk/>
          <pc:sldMk cId="1356052757" sldId="2557"/>
        </pc:sldMkLst>
        <pc:spChg chg="add mod">
          <ac:chgData name="Durgun, Sait" userId="f0a9a772-fcd8-4498-8db1-b6117930e891" providerId="ADAL" clId="{56078E8A-D94B-4C2D-95EF-9D42CEDD9DD3}" dt="2026-01-13T15:14:32.734" v="1715"/>
          <ac:spMkLst>
            <pc:docMk/>
            <pc:sldMk cId="1356052757" sldId="2557"/>
            <ac:spMk id="3" creationId="{ACBD185B-5C9E-1062-88D2-2772D53C3DBA}"/>
          </ac:spMkLst>
        </pc:spChg>
        <pc:spChg chg="del mod">
          <ac:chgData name="Durgun, Sait" userId="f0a9a772-fcd8-4498-8db1-b6117930e891" providerId="ADAL" clId="{56078E8A-D94B-4C2D-95EF-9D42CEDD9DD3}" dt="2026-01-13T15:13:56.949" v="1698" actId="478"/>
          <ac:spMkLst>
            <pc:docMk/>
            <pc:sldMk cId="1356052757" sldId="2557"/>
            <ac:spMk id="8" creationId="{B80ED88A-2082-30B6-45D1-4C96126F3DDA}"/>
          </ac:spMkLst>
        </pc:spChg>
      </pc:sldChg>
      <pc:sldChg chg="addSp delSp modSp mod">
        <pc:chgData name="Durgun, Sait" userId="f0a9a772-fcd8-4498-8db1-b6117930e891" providerId="ADAL" clId="{56078E8A-D94B-4C2D-95EF-9D42CEDD9DD3}" dt="2026-01-13T15:13:15.478" v="1681"/>
        <pc:sldMkLst>
          <pc:docMk/>
          <pc:sldMk cId="1670209737" sldId="2558"/>
        </pc:sldMkLst>
        <pc:spChg chg="add mod">
          <ac:chgData name="Durgun, Sait" userId="f0a9a772-fcd8-4498-8db1-b6117930e891" providerId="ADAL" clId="{56078E8A-D94B-4C2D-95EF-9D42CEDD9DD3}" dt="2026-01-13T15:13:15.478" v="1681"/>
          <ac:spMkLst>
            <pc:docMk/>
            <pc:sldMk cId="1670209737" sldId="2558"/>
            <ac:spMk id="3" creationId="{53B765F5-96A9-8C59-52DF-0CA622641CEB}"/>
          </ac:spMkLst>
        </pc:spChg>
        <pc:spChg chg="del">
          <ac:chgData name="Durgun, Sait" userId="f0a9a772-fcd8-4498-8db1-b6117930e891" providerId="ADAL" clId="{56078E8A-D94B-4C2D-95EF-9D42CEDD9DD3}" dt="2026-01-13T15:13:15.165" v="1680" actId="478"/>
          <ac:spMkLst>
            <pc:docMk/>
            <pc:sldMk cId="1670209737" sldId="2558"/>
            <ac:spMk id="8" creationId="{317FCF0E-EBA7-8511-C25F-4D801260D54F}"/>
          </ac:spMkLst>
        </pc:spChg>
      </pc:sldChg>
      <pc:sldChg chg="addSp delSp modSp mod">
        <pc:chgData name="Durgun, Sait" userId="f0a9a772-fcd8-4498-8db1-b6117930e891" providerId="ADAL" clId="{56078E8A-D94B-4C2D-95EF-9D42CEDD9DD3}" dt="2026-01-13T15:13:22.784" v="1685"/>
        <pc:sldMkLst>
          <pc:docMk/>
          <pc:sldMk cId="287292339" sldId="2559"/>
        </pc:sldMkLst>
        <pc:spChg chg="add mod">
          <ac:chgData name="Durgun, Sait" userId="f0a9a772-fcd8-4498-8db1-b6117930e891" providerId="ADAL" clId="{56078E8A-D94B-4C2D-95EF-9D42CEDD9DD3}" dt="2026-01-13T15:13:22.784" v="1685"/>
          <ac:spMkLst>
            <pc:docMk/>
            <pc:sldMk cId="287292339" sldId="2559"/>
            <ac:spMk id="3" creationId="{3C09274E-5F37-6A9B-BAEE-7D2823624FCD}"/>
          </ac:spMkLst>
        </pc:spChg>
        <pc:spChg chg="del">
          <ac:chgData name="Durgun, Sait" userId="f0a9a772-fcd8-4498-8db1-b6117930e891" providerId="ADAL" clId="{56078E8A-D94B-4C2D-95EF-9D42CEDD9DD3}" dt="2026-01-13T15:13:22.608" v="1684" actId="478"/>
          <ac:spMkLst>
            <pc:docMk/>
            <pc:sldMk cId="287292339" sldId="2559"/>
            <ac:spMk id="8" creationId="{282A96D5-5407-93D3-5F7E-303B5933AC95}"/>
          </ac:spMkLst>
        </pc:spChg>
      </pc:sldChg>
      <pc:sldChg chg="addSp delSp modSp mod">
        <pc:chgData name="Durgun, Sait" userId="f0a9a772-fcd8-4498-8db1-b6117930e891" providerId="ADAL" clId="{56078E8A-D94B-4C2D-95EF-9D42CEDD9DD3}" dt="2026-01-13T15:13:18.620" v="1683"/>
        <pc:sldMkLst>
          <pc:docMk/>
          <pc:sldMk cId="3325791690" sldId="2560"/>
        </pc:sldMkLst>
        <pc:spChg chg="add mod">
          <ac:chgData name="Durgun, Sait" userId="f0a9a772-fcd8-4498-8db1-b6117930e891" providerId="ADAL" clId="{56078E8A-D94B-4C2D-95EF-9D42CEDD9DD3}" dt="2026-01-13T15:13:18.620" v="1683"/>
          <ac:spMkLst>
            <pc:docMk/>
            <pc:sldMk cId="3325791690" sldId="2560"/>
            <ac:spMk id="5" creationId="{CBDE0109-9284-9DCD-928E-FEBEDCCF5FE0}"/>
          </ac:spMkLst>
        </pc:spChg>
        <pc:spChg chg="del">
          <ac:chgData name="Durgun, Sait" userId="f0a9a772-fcd8-4498-8db1-b6117930e891" providerId="ADAL" clId="{56078E8A-D94B-4C2D-95EF-9D42CEDD9DD3}" dt="2026-01-13T15:13:18.448" v="1682" actId="478"/>
          <ac:spMkLst>
            <pc:docMk/>
            <pc:sldMk cId="3325791690" sldId="2560"/>
            <ac:spMk id="8" creationId="{9F3B1256-0583-D828-9342-FB166C87C649}"/>
          </ac:spMkLst>
        </pc:spChg>
      </pc:sldChg>
      <pc:sldChg chg="addSp delSp modSp mod">
        <pc:chgData name="Durgun, Sait" userId="f0a9a772-fcd8-4498-8db1-b6117930e891" providerId="ADAL" clId="{56078E8A-D94B-4C2D-95EF-9D42CEDD9DD3}" dt="2026-01-13T15:13:28.527" v="1687"/>
        <pc:sldMkLst>
          <pc:docMk/>
          <pc:sldMk cId="2203406684" sldId="2561"/>
        </pc:sldMkLst>
        <pc:spChg chg="add mod">
          <ac:chgData name="Durgun, Sait" userId="f0a9a772-fcd8-4498-8db1-b6117930e891" providerId="ADAL" clId="{56078E8A-D94B-4C2D-95EF-9D42CEDD9DD3}" dt="2026-01-13T15:13:28.527" v="1687"/>
          <ac:spMkLst>
            <pc:docMk/>
            <pc:sldMk cId="2203406684" sldId="2561"/>
            <ac:spMk id="3" creationId="{51EF4628-7ED4-2721-7EED-B5BB3673D2B9}"/>
          </ac:spMkLst>
        </pc:spChg>
        <pc:spChg chg="del">
          <ac:chgData name="Durgun, Sait" userId="f0a9a772-fcd8-4498-8db1-b6117930e891" providerId="ADAL" clId="{56078E8A-D94B-4C2D-95EF-9D42CEDD9DD3}" dt="2026-01-13T15:13:28.201" v="1686" actId="478"/>
          <ac:spMkLst>
            <pc:docMk/>
            <pc:sldMk cId="2203406684" sldId="2561"/>
            <ac:spMk id="8" creationId="{E4C58523-078E-B069-D779-A94AD45A9F04}"/>
          </ac:spMkLst>
        </pc:spChg>
      </pc:sldChg>
      <pc:sldChg chg="addSp delSp modSp mod">
        <pc:chgData name="Durgun, Sait" userId="f0a9a772-fcd8-4498-8db1-b6117930e891" providerId="ADAL" clId="{56078E8A-D94B-4C2D-95EF-9D42CEDD9DD3}" dt="2026-01-13T15:15:30.919" v="1729" actId="20577"/>
        <pc:sldMkLst>
          <pc:docMk/>
          <pc:sldMk cId="300577728" sldId="2562"/>
        </pc:sldMkLst>
        <pc:spChg chg="add mod">
          <ac:chgData name="Durgun, Sait" userId="f0a9a772-fcd8-4498-8db1-b6117930e891" providerId="ADAL" clId="{56078E8A-D94B-4C2D-95EF-9D42CEDD9DD3}" dt="2026-01-13T15:14:20.051" v="1706" actId="1036"/>
          <ac:spMkLst>
            <pc:docMk/>
            <pc:sldMk cId="300577728" sldId="2562"/>
            <ac:spMk id="4" creationId="{82F24537-0933-E63E-5FC3-DA15148B2248}"/>
          </ac:spMkLst>
        </pc:spChg>
        <pc:spChg chg="del">
          <ac:chgData name="Durgun, Sait" userId="f0a9a772-fcd8-4498-8db1-b6117930e891" providerId="ADAL" clId="{56078E8A-D94B-4C2D-95EF-9D42CEDD9DD3}" dt="2026-01-13T15:13:32.837" v="1688" actId="478"/>
          <ac:spMkLst>
            <pc:docMk/>
            <pc:sldMk cId="300577728" sldId="2562"/>
            <ac:spMk id="8" creationId="{BDD27152-67D5-2EE9-C358-E774846E04A3}"/>
          </ac:spMkLst>
        </pc:spChg>
        <pc:spChg chg="mod">
          <ac:chgData name="Durgun, Sait" userId="f0a9a772-fcd8-4498-8db1-b6117930e891" providerId="ADAL" clId="{56078E8A-D94B-4C2D-95EF-9D42CEDD9DD3}" dt="2026-01-13T15:15:30.919" v="1729" actId="20577"/>
          <ac:spMkLst>
            <pc:docMk/>
            <pc:sldMk cId="300577728" sldId="2562"/>
            <ac:spMk id="10" creationId="{C1610BC2-AA45-C852-F7D7-B378F52727D4}"/>
          </ac:spMkLst>
        </pc:spChg>
      </pc:sldChg>
      <pc:sldChg chg="addSp delSp modSp mod">
        <pc:chgData name="Durgun, Sait" userId="f0a9a772-fcd8-4498-8db1-b6117930e891" providerId="ADAL" clId="{56078E8A-D94B-4C2D-95EF-9D42CEDD9DD3}" dt="2026-01-13T15:14:22.558" v="1707"/>
        <pc:sldMkLst>
          <pc:docMk/>
          <pc:sldMk cId="1207164716" sldId="2563"/>
        </pc:sldMkLst>
        <pc:spChg chg="mod">
          <ac:chgData name="Durgun, Sait" userId="f0a9a772-fcd8-4498-8db1-b6117930e891" providerId="ADAL" clId="{56078E8A-D94B-4C2D-95EF-9D42CEDD9DD3}" dt="2026-01-13T13:44:18.203" v="213" actId="20577"/>
          <ac:spMkLst>
            <pc:docMk/>
            <pc:sldMk cId="1207164716" sldId="2563"/>
            <ac:spMk id="3" creationId="{AE612C79-19C2-57C3-1A8E-EC3422A91DE8}"/>
          </ac:spMkLst>
        </pc:spChg>
        <pc:spChg chg="add mod">
          <ac:chgData name="Durgun, Sait" userId="f0a9a772-fcd8-4498-8db1-b6117930e891" providerId="ADAL" clId="{56078E8A-D94B-4C2D-95EF-9D42CEDD9DD3}" dt="2026-01-13T15:14:22.558" v="1707"/>
          <ac:spMkLst>
            <pc:docMk/>
            <pc:sldMk cId="1207164716" sldId="2563"/>
            <ac:spMk id="4" creationId="{B1A824B7-9494-D660-F408-8951EDD89D90}"/>
          </ac:spMkLst>
        </pc:spChg>
        <pc:spChg chg="del">
          <ac:chgData name="Durgun, Sait" userId="f0a9a772-fcd8-4498-8db1-b6117930e891" providerId="ADAL" clId="{56078E8A-D94B-4C2D-95EF-9D42CEDD9DD3}" dt="2026-01-13T15:13:36.312" v="1689" actId="478"/>
          <ac:spMkLst>
            <pc:docMk/>
            <pc:sldMk cId="1207164716" sldId="2563"/>
            <ac:spMk id="8" creationId="{36F4668C-69B3-13FC-FD4A-C91FC583E412}"/>
          </ac:spMkLst>
        </pc:spChg>
      </pc:sldChg>
      <pc:sldChg chg="addSp delSp modSp mod">
        <pc:chgData name="Durgun, Sait" userId="f0a9a772-fcd8-4498-8db1-b6117930e891" providerId="ADAL" clId="{56078E8A-D94B-4C2D-95EF-9D42CEDD9DD3}" dt="2026-01-13T15:14:33.914" v="1717"/>
        <pc:sldMkLst>
          <pc:docMk/>
          <pc:sldMk cId="1620391209" sldId="2564"/>
        </pc:sldMkLst>
        <pc:spChg chg="add mod">
          <ac:chgData name="Durgun, Sait" userId="f0a9a772-fcd8-4498-8db1-b6117930e891" providerId="ADAL" clId="{56078E8A-D94B-4C2D-95EF-9D42CEDD9DD3}" dt="2026-01-13T15:14:33.914" v="1717"/>
          <ac:spMkLst>
            <pc:docMk/>
            <pc:sldMk cId="1620391209" sldId="2564"/>
            <ac:spMk id="3" creationId="{F43FDC38-390A-4C1B-A19B-83E1140F6066}"/>
          </ac:spMkLst>
        </pc:spChg>
        <pc:spChg chg="del mod">
          <ac:chgData name="Durgun, Sait" userId="f0a9a772-fcd8-4498-8db1-b6117930e891" providerId="ADAL" clId="{56078E8A-D94B-4C2D-95EF-9D42CEDD9DD3}" dt="2026-01-13T15:14:03.813" v="1701" actId="478"/>
          <ac:spMkLst>
            <pc:docMk/>
            <pc:sldMk cId="1620391209" sldId="2564"/>
            <ac:spMk id="8" creationId="{F1AA46B4-17F8-019A-B447-CC29B6057AC5}"/>
          </ac:spMkLst>
        </pc:spChg>
      </pc:sldChg>
      <pc:sldChg chg="addSp delSp modSp mod">
        <pc:chgData name="Durgun, Sait" userId="f0a9a772-fcd8-4498-8db1-b6117930e891" providerId="ADAL" clId="{56078E8A-D94B-4C2D-95EF-9D42CEDD9DD3}" dt="2026-01-13T15:14:33.318" v="1716"/>
        <pc:sldMkLst>
          <pc:docMk/>
          <pc:sldMk cId="3164157317" sldId="2565"/>
        </pc:sldMkLst>
        <pc:spChg chg="add mod">
          <ac:chgData name="Durgun, Sait" userId="f0a9a772-fcd8-4498-8db1-b6117930e891" providerId="ADAL" clId="{56078E8A-D94B-4C2D-95EF-9D42CEDD9DD3}" dt="2026-01-13T15:14:33.318" v="1716"/>
          <ac:spMkLst>
            <pc:docMk/>
            <pc:sldMk cId="3164157317" sldId="2565"/>
            <ac:spMk id="4" creationId="{EC3FD269-F78C-3958-EEB0-44311C3A510E}"/>
          </ac:spMkLst>
        </pc:spChg>
        <pc:spChg chg="del">
          <ac:chgData name="Durgun, Sait" userId="f0a9a772-fcd8-4498-8db1-b6117930e891" providerId="ADAL" clId="{56078E8A-D94B-4C2D-95EF-9D42CEDD9DD3}" dt="2026-01-13T15:14:00.222" v="1699" actId="478"/>
          <ac:spMkLst>
            <pc:docMk/>
            <pc:sldMk cId="3164157317" sldId="2565"/>
            <ac:spMk id="8" creationId="{C14BB024-A8CA-6327-36EB-4B5BDAA5BA56}"/>
          </ac:spMkLst>
        </pc:spChg>
      </pc:sldChg>
      <pc:sldChg chg="addSp delSp modSp mod">
        <pc:chgData name="Durgun, Sait" userId="f0a9a772-fcd8-4498-8db1-b6117930e891" providerId="ADAL" clId="{56078E8A-D94B-4C2D-95EF-9D42CEDD9DD3}" dt="2026-01-13T15:14:36.374" v="1719"/>
        <pc:sldMkLst>
          <pc:docMk/>
          <pc:sldMk cId="1779817293" sldId="2566"/>
        </pc:sldMkLst>
        <pc:spChg chg="add mod">
          <ac:chgData name="Durgun, Sait" userId="f0a9a772-fcd8-4498-8db1-b6117930e891" providerId="ADAL" clId="{56078E8A-D94B-4C2D-95EF-9D42CEDD9DD3}" dt="2026-01-13T15:14:36.374" v="1719"/>
          <ac:spMkLst>
            <pc:docMk/>
            <pc:sldMk cId="1779817293" sldId="2566"/>
            <ac:spMk id="5" creationId="{D66CB13F-54F8-3D34-7A3F-1DEAE337E6F5}"/>
          </ac:spMkLst>
        </pc:spChg>
        <pc:spChg chg="del">
          <ac:chgData name="Durgun, Sait" userId="f0a9a772-fcd8-4498-8db1-b6117930e891" providerId="ADAL" clId="{56078E8A-D94B-4C2D-95EF-9D42CEDD9DD3}" dt="2026-01-13T15:14:09.581" v="1703" actId="478"/>
          <ac:spMkLst>
            <pc:docMk/>
            <pc:sldMk cId="1779817293" sldId="2566"/>
            <ac:spMk id="8" creationId="{FF2D65EA-B7C1-5296-B175-BF5F440533A7}"/>
          </ac:spMkLst>
        </pc:spChg>
      </pc:sldChg>
      <pc:sldChg chg="addSp delSp modSp mod">
        <pc:chgData name="Durgun, Sait" userId="f0a9a772-fcd8-4498-8db1-b6117930e891" providerId="ADAL" clId="{56078E8A-D94B-4C2D-95EF-9D42CEDD9DD3}" dt="2026-01-13T15:14:36.920" v="1720"/>
        <pc:sldMkLst>
          <pc:docMk/>
          <pc:sldMk cId="277450989" sldId="2567"/>
        </pc:sldMkLst>
        <pc:spChg chg="add mod">
          <ac:chgData name="Durgun, Sait" userId="f0a9a772-fcd8-4498-8db1-b6117930e891" providerId="ADAL" clId="{56078E8A-D94B-4C2D-95EF-9D42CEDD9DD3}" dt="2026-01-13T15:14:36.920" v="1720"/>
          <ac:spMkLst>
            <pc:docMk/>
            <pc:sldMk cId="277450989" sldId="2567"/>
            <ac:spMk id="3" creationId="{596B2E66-D65C-FB73-3D89-8A7C2BFAFCD4}"/>
          </ac:spMkLst>
        </pc:spChg>
        <pc:spChg chg="del">
          <ac:chgData name="Durgun, Sait" userId="f0a9a772-fcd8-4498-8db1-b6117930e891" providerId="ADAL" clId="{56078E8A-D94B-4C2D-95EF-9D42CEDD9DD3}" dt="2026-01-13T15:14:12.078" v="1704" actId="478"/>
          <ac:spMkLst>
            <pc:docMk/>
            <pc:sldMk cId="277450989" sldId="2567"/>
            <ac:spMk id="8" creationId="{D9988EAB-AB1E-6D6D-1F45-6ACCD41917E8}"/>
          </ac:spMkLst>
        </pc:spChg>
      </pc:sldChg>
      <pc:sldChg chg="addSp delSp modSp mod">
        <pc:chgData name="Durgun, Sait" userId="f0a9a772-fcd8-4498-8db1-b6117930e891" providerId="ADAL" clId="{56078E8A-D94B-4C2D-95EF-9D42CEDD9DD3}" dt="2026-01-13T15:14:34.821" v="1718"/>
        <pc:sldMkLst>
          <pc:docMk/>
          <pc:sldMk cId="3788276277" sldId="2568"/>
        </pc:sldMkLst>
        <pc:spChg chg="add mod">
          <ac:chgData name="Durgun, Sait" userId="f0a9a772-fcd8-4498-8db1-b6117930e891" providerId="ADAL" clId="{56078E8A-D94B-4C2D-95EF-9D42CEDD9DD3}" dt="2026-01-13T15:14:34.821" v="1718"/>
          <ac:spMkLst>
            <pc:docMk/>
            <pc:sldMk cId="3788276277" sldId="2568"/>
            <ac:spMk id="6" creationId="{3AE14296-FBAA-0D0A-A504-CB4E518A5FE4}"/>
          </ac:spMkLst>
        </pc:spChg>
        <pc:spChg chg="del">
          <ac:chgData name="Durgun, Sait" userId="f0a9a772-fcd8-4498-8db1-b6117930e891" providerId="ADAL" clId="{56078E8A-D94B-4C2D-95EF-9D42CEDD9DD3}" dt="2026-01-13T15:14:06.874" v="1702" actId="478"/>
          <ac:spMkLst>
            <pc:docMk/>
            <pc:sldMk cId="3788276277" sldId="2568"/>
            <ac:spMk id="8" creationId="{EA5B9954-FF13-2171-3AF0-1EA2F22C0BA1}"/>
          </ac:spMkLst>
        </pc:spChg>
      </pc:sldChg>
      <pc:sldChg chg="addSp delSp modSp mod">
        <pc:chgData name="Durgun, Sait" userId="f0a9a772-fcd8-4498-8db1-b6117930e891" providerId="ADAL" clId="{56078E8A-D94B-4C2D-95EF-9D42CEDD9DD3}" dt="2026-01-13T15:01:43.371" v="1609" actId="1076"/>
        <pc:sldMkLst>
          <pc:docMk/>
          <pc:sldMk cId="1816808451" sldId="2569"/>
        </pc:sldMkLst>
        <pc:spChg chg="add mod">
          <ac:chgData name="Durgun, Sait" userId="f0a9a772-fcd8-4498-8db1-b6117930e891" providerId="ADAL" clId="{56078E8A-D94B-4C2D-95EF-9D42CEDD9DD3}" dt="2026-01-13T15:01:25.368" v="1606" actId="1076"/>
          <ac:spMkLst>
            <pc:docMk/>
            <pc:sldMk cId="1816808451" sldId="2569"/>
            <ac:spMk id="2" creationId="{0613034D-A961-DFEC-6C2A-D04687FBCDD9}"/>
          </ac:spMkLst>
        </pc:spChg>
        <pc:spChg chg="add mod">
          <ac:chgData name="Durgun, Sait" userId="f0a9a772-fcd8-4498-8db1-b6117930e891" providerId="ADAL" clId="{56078E8A-D94B-4C2D-95EF-9D42CEDD9DD3}" dt="2026-01-13T15:01:22.832" v="1605" actId="1076"/>
          <ac:spMkLst>
            <pc:docMk/>
            <pc:sldMk cId="1816808451" sldId="2569"/>
            <ac:spMk id="3" creationId="{DB7D19E0-F3BF-27D3-CDF4-3E20B92C1F91}"/>
          </ac:spMkLst>
        </pc:spChg>
        <pc:spChg chg="del">
          <ac:chgData name="Durgun, Sait" userId="f0a9a772-fcd8-4498-8db1-b6117930e891" providerId="ADAL" clId="{56078E8A-D94B-4C2D-95EF-9D42CEDD9DD3}" dt="2026-01-13T15:01:29.092" v="1607" actId="478"/>
          <ac:spMkLst>
            <pc:docMk/>
            <pc:sldMk cId="1816808451" sldId="2569"/>
            <ac:spMk id="4" creationId="{AE754F16-4952-08D0-5E28-A9CB3872DB3A}"/>
          </ac:spMkLst>
        </pc:spChg>
        <pc:picChg chg="add mod">
          <ac:chgData name="Durgun, Sait" userId="f0a9a772-fcd8-4498-8db1-b6117930e891" providerId="ADAL" clId="{56078E8A-D94B-4C2D-95EF-9D42CEDD9DD3}" dt="2026-01-13T15:01:43.371" v="1609" actId="1076"/>
          <ac:picMkLst>
            <pc:docMk/>
            <pc:sldMk cId="1816808451" sldId="2569"/>
            <ac:picMk id="5" creationId="{C256D4F8-0EEE-7922-3C2D-9FC2AB7BC85D}"/>
          </ac:picMkLst>
        </pc:picChg>
      </pc:sldChg>
      <pc:sldChg chg="delSp modSp add del mod ord delAnim">
        <pc:chgData name="Durgun, Sait" userId="f0a9a772-fcd8-4498-8db1-b6117930e891" providerId="ADAL" clId="{56078E8A-D94B-4C2D-95EF-9D42CEDD9DD3}" dt="2026-01-13T13:40:57.061" v="15" actId="47"/>
        <pc:sldMkLst>
          <pc:docMk/>
          <pc:sldMk cId="639665964" sldId="2570"/>
        </pc:sldMkLst>
        <pc:spChg chg="del">
          <ac:chgData name="Durgun, Sait" userId="f0a9a772-fcd8-4498-8db1-b6117930e891" providerId="ADAL" clId="{56078E8A-D94B-4C2D-95EF-9D42CEDD9DD3}" dt="2026-01-13T13:39:45.093" v="8" actId="478"/>
          <ac:spMkLst>
            <pc:docMk/>
            <pc:sldMk cId="639665964" sldId="2570"/>
            <ac:spMk id="3" creationId="{7D9469AA-40BD-AE72-7ED6-755CB5246D8A}"/>
          </ac:spMkLst>
        </pc:spChg>
        <pc:spChg chg="del">
          <ac:chgData name="Durgun, Sait" userId="f0a9a772-fcd8-4498-8db1-b6117930e891" providerId="ADAL" clId="{56078E8A-D94B-4C2D-95EF-9D42CEDD9DD3}" dt="2026-01-13T13:39:46.148" v="9" actId="478"/>
          <ac:spMkLst>
            <pc:docMk/>
            <pc:sldMk cId="639665964" sldId="2570"/>
            <ac:spMk id="5" creationId="{E2CCE1C0-EBD3-640F-E6A9-15C40FE7F6AA}"/>
          </ac:spMkLst>
        </pc:spChg>
        <pc:spChg chg="del mod">
          <ac:chgData name="Durgun, Sait" userId="f0a9a772-fcd8-4498-8db1-b6117930e891" providerId="ADAL" clId="{56078E8A-D94B-4C2D-95EF-9D42CEDD9DD3}" dt="2026-01-13T13:39:41.605" v="6" actId="478"/>
          <ac:spMkLst>
            <pc:docMk/>
            <pc:sldMk cId="639665964" sldId="2570"/>
            <ac:spMk id="12" creationId="{98D24D5E-F6DA-DB24-043C-4A634318DBB1}"/>
          </ac:spMkLst>
        </pc:spChg>
        <pc:picChg chg="del">
          <ac:chgData name="Durgun, Sait" userId="f0a9a772-fcd8-4498-8db1-b6117930e891" providerId="ADAL" clId="{56078E8A-D94B-4C2D-95EF-9D42CEDD9DD3}" dt="2026-01-13T13:39:37.876" v="4" actId="478"/>
          <ac:picMkLst>
            <pc:docMk/>
            <pc:sldMk cId="639665964" sldId="2570"/>
            <ac:picMk id="2" creationId="{DCCFFEA0-78C9-D607-0782-5DFA0DF10ED4}"/>
          </ac:picMkLst>
        </pc:picChg>
        <pc:cxnChg chg="del">
          <ac:chgData name="Durgun, Sait" userId="f0a9a772-fcd8-4498-8db1-b6117930e891" providerId="ADAL" clId="{56078E8A-D94B-4C2D-95EF-9D42CEDD9DD3}" dt="2026-01-13T13:39:43.986" v="7" actId="478"/>
          <ac:cxnSpMkLst>
            <pc:docMk/>
            <pc:sldMk cId="639665964" sldId="2570"/>
            <ac:cxnSpMk id="4" creationId="{A4335639-A45D-F9F0-77D5-8F2E5D33F402}"/>
          </ac:cxnSpMkLst>
        </pc:cxnChg>
      </pc:sldChg>
      <pc:sldChg chg="addSp delSp modSp add mod ord modAnim">
        <pc:chgData name="Durgun, Sait" userId="f0a9a772-fcd8-4498-8db1-b6117930e891" providerId="ADAL" clId="{56078E8A-D94B-4C2D-95EF-9D42CEDD9DD3}" dt="2026-01-13T15:14:24.392" v="1708"/>
        <pc:sldMkLst>
          <pc:docMk/>
          <pc:sldMk cId="2589349129" sldId="2571"/>
        </pc:sldMkLst>
        <pc:spChg chg="mod">
          <ac:chgData name="Durgun, Sait" userId="f0a9a772-fcd8-4498-8db1-b6117930e891" providerId="ADAL" clId="{56078E8A-D94B-4C2D-95EF-9D42CEDD9DD3}" dt="2026-01-13T13:41:17.884" v="21" actId="14100"/>
          <ac:spMkLst>
            <pc:docMk/>
            <pc:sldMk cId="2589349129" sldId="2571"/>
            <ac:spMk id="3" creationId="{A1BA295C-F373-38F5-F419-7A84B069BB91}"/>
          </ac:spMkLst>
        </pc:spChg>
        <pc:spChg chg="add mod">
          <ac:chgData name="Durgun, Sait" userId="f0a9a772-fcd8-4498-8db1-b6117930e891" providerId="ADAL" clId="{56078E8A-D94B-4C2D-95EF-9D42CEDD9DD3}" dt="2026-01-13T15:14:24.392" v="1708"/>
          <ac:spMkLst>
            <pc:docMk/>
            <pc:sldMk cId="2589349129" sldId="2571"/>
            <ac:spMk id="7" creationId="{B658F5DD-78FE-9A4C-97DE-EB4F276ABDB4}"/>
          </ac:spMkLst>
        </pc:spChg>
        <pc:spChg chg="del">
          <ac:chgData name="Durgun, Sait" userId="f0a9a772-fcd8-4498-8db1-b6117930e891" providerId="ADAL" clId="{56078E8A-D94B-4C2D-95EF-9D42CEDD9DD3}" dt="2026-01-13T15:13:38.701" v="1690" actId="478"/>
          <ac:spMkLst>
            <pc:docMk/>
            <pc:sldMk cId="2589349129" sldId="2571"/>
            <ac:spMk id="8" creationId="{B88FAB26-EE39-B0F4-0B09-00049D475402}"/>
          </ac:spMkLst>
        </pc:spChg>
        <pc:spChg chg="add mod">
          <ac:chgData name="Durgun, Sait" userId="f0a9a772-fcd8-4498-8db1-b6117930e891" providerId="ADAL" clId="{56078E8A-D94B-4C2D-95EF-9D42CEDD9DD3}" dt="2026-01-13T14:25:19.278" v="332" actId="1076"/>
          <ac:spMkLst>
            <pc:docMk/>
            <pc:sldMk cId="2589349129" sldId="2571"/>
            <ac:spMk id="10" creationId="{2157BE29-33C8-CF8E-6768-E409A93BDE15}"/>
          </ac:spMkLst>
        </pc:spChg>
        <pc:spChg chg="add mod">
          <ac:chgData name="Durgun, Sait" userId="f0a9a772-fcd8-4498-8db1-b6117930e891" providerId="ADAL" clId="{56078E8A-D94B-4C2D-95EF-9D42CEDD9DD3}" dt="2026-01-13T14:25:16.036" v="331" actId="1076"/>
          <ac:spMkLst>
            <pc:docMk/>
            <pc:sldMk cId="2589349129" sldId="2571"/>
            <ac:spMk id="11" creationId="{80903677-A284-7F18-FDDB-CAE650B53454}"/>
          </ac:spMkLst>
        </pc:spChg>
        <pc:spChg chg="add mod">
          <ac:chgData name="Durgun, Sait" userId="f0a9a772-fcd8-4498-8db1-b6117930e891" providerId="ADAL" clId="{56078E8A-D94B-4C2D-95EF-9D42CEDD9DD3}" dt="2026-01-13T14:25:40.792" v="334" actId="1076"/>
          <ac:spMkLst>
            <pc:docMk/>
            <pc:sldMk cId="2589349129" sldId="2571"/>
            <ac:spMk id="18" creationId="{CE19B80E-D292-B31C-9A9C-668C667FAD04}"/>
          </ac:spMkLst>
        </pc:spChg>
        <pc:spChg chg="add mod">
          <ac:chgData name="Durgun, Sait" userId="f0a9a772-fcd8-4498-8db1-b6117930e891" providerId="ADAL" clId="{56078E8A-D94B-4C2D-95EF-9D42CEDD9DD3}" dt="2026-01-13T14:25:48.470" v="337" actId="1076"/>
          <ac:spMkLst>
            <pc:docMk/>
            <pc:sldMk cId="2589349129" sldId="2571"/>
            <ac:spMk id="20" creationId="{30C87F8A-637E-D81B-ECEB-8A4D420AFDB3}"/>
          </ac:spMkLst>
        </pc:spChg>
        <pc:picChg chg="mod">
          <ac:chgData name="Durgun, Sait" userId="f0a9a772-fcd8-4498-8db1-b6117930e891" providerId="ADAL" clId="{56078E8A-D94B-4C2D-95EF-9D42CEDD9DD3}" dt="2026-01-13T13:41:06.923" v="19" actId="1076"/>
          <ac:picMkLst>
            <pc:docMk/>
            <pc:sldMk cId="2589349129" sldId="2571"/>
            <ac:picMk id="2" creationId="{229109EA-A3EB-7306-BA60-30DFD01652A5}"/>
          </ac:picMkLst>
        </pc:picChg>
        <pc:picChg chg="add mod">
          <ac:chgData name="Durgun, Sait" userId="f0a9a772-fcd8-4498-8db1-b6117930e891" providerId="ADAL" clId="{56078E8A-D94B-4C2D-95EF-9D42CEDD9DD3}" dt="2026-01-13T14:23:31.071" v="224" actId="1076"/>
          <ac:picMkLst>
            <pc:docMk/>
            <pc:sldMk cId="2589349129" sldId="2571"/>
            <ac:picMk id="9" creationId="{937638F1-9DBC-D09A-8E51-EE002A9F1C06}"/>
          </ac:picMkLst>
        </pc:picChg>
        <pc:cxnChg chg="mod">
          <ac:chgData name="Durgun, Sait" userId="f0a9a772-fcd8-4498-8db1-b6117930e891" providerId="ADAL" clId="{56078E8A-D94B-4C2D-95EF-9D42CEDD9DD3}" dt="2026-01-13T13:41:23.509" v="22" actId="14100"/>
          <ac:cxnSpMkLst>
            <pc:docMk/>
            <pc:sldMk cId="2589349129" sldId="2571"/>
            <ac:cxnSpMk id="4" creationId="{EB8BB2D5-FEA7-148D-C31E-381212175463}"/>
          </ac:cxnSpMkLst>
        </pc:cxnChg>
        <pc:cxnChg chg="add mod">
          <ac:chgData name="Durgun, Sait" userId="f0a9a772-fcd8-4498-8db1-b6117930e891" providerId="ADAL" clId="{56078E8A-D94B-4C2D-95EF-9D42CEDD9DD3}" dt="2026-01-13T14:24:51.229" v="305" actId="14100"/>
          <ac:cxnSpMkLst>
            <pc:docMk/>
            <pc:sldMk cId="2589349129" sldId="2571"/>
            <ac:cxnSpMk id="13" creationId="{172D0D35-2F77-AD4E-8FF2-422C6B0A2520}"/>
          </ac:cxnSpMkLst>
        </pc:cxnChg>
        <pc:cxnChg chg="add mod">
          <ac:chgData name="Durgun, Sait" userId="f0a9a772-fcd8-4498-8db1-b6117930e891" providerId="ADAL" clId="{56078E8A-D94B-4C2D-95EF-9D42CEDD9DD3}" dt="2026-01-13T14:25:06.838" v="329" actId="14100"/>
          <ac:cxnSpMkLst>
            <pc:docMk/>
            <pc:sldMk cId="2589349129" sldId="2571"/>
            <ac:cxnSpMk id="16" creationId="{86937631-5800-9962-0FC9-D9032B480B2B}"/>
          </ac:cxnSpMkLst>
        </pc:cxnChg>
        <pc:cxnChg chg="add mod">
          <ac:chgData name="Durgun, Sait" userId="f0a9a772-fcd8-4498-8db1-b6117930e891" providerId="ADAL" clId="{56078E8A-D94B-4C2D-95EF-9D42CEDD9DD3}" dt="2026-01-13T14:25:50.925" v="338" actId="14100"/>
          <ac:cxnSpMkLst>
            <pc:docMk/>
            <pc:sldMk cId="2589349129" sldId="2571"/>
            <ac:cxnSpMk id="19" creationId="{6C6F3624-FD68-4DF0-5605-63DF7C8CE3A3}"/>
          </ac:cxnSpMkLst>
        </pc:cxnChg>
      </pc:sldChg>
      <pc:sldChg chg="add del">
        <pc:chgData name="Durgun, Sait" userId="f0a9a772-fcd8-4498-8db1-b6117930e891" providerId="ADAL" clId="{56078E8A-D94B-4C2D-95EF-9D42CEDD9DD3}" dt="2026-01-13T14:51:15.367" v="1225" actId="47"/>
        <pc:sldMkLst>
          <pc:docMk/>
          <pc:sldMk cId="458051681" sldId="2572"/>
        </pc:sldMkLst>
      </pc:sldChg>
      <pc:sldChg chg="addSp delSp modSp add mod delAnim modAnim">
        <pc:chgData name="Durgun, Sait" userId="f0a9a772-fcd8-4498-8db1-b6117930e891" providerId="ADAL" clId="{56078E8A-D94B-4C2D-95EF-9D42CEDD9DD3}" dt="2026-01-13T15:14:26.101" v="1710"/>
        <pc:sldMkLst>
          <pc:docMk/>
          <pc:sldMk cId="262140855" sldId="2573"/>
        </pc:sldMkLst>
        <pc:spChg chg="add mod">
          <ac:chgData name="Durgun, Sait" userId="f0a9a772-fcd8-4498-8db1-b6117930e891" providerId="ADAL" clId="{56078E8A-D94B-4C2D-95EF-9D42CEDD9DD3}" dt="2026-01-13T15:14:26.101" v="1710"/>
          <ac:spMkLst>
            <pc:docMk/>
            <pc:sldMk cId="262140855" sldId="2573"/>
            <ac:spMk id="4" creationId="{5A770790-C812-503D-9600-BD581447DE57}"/>
          </ac:spMkLst>
        </pc:spChg>
        <pc:spChg chg="mod">
          <ac:chgData name="Durgun, Sait" userId="f0a9a772-fcd8-4498-8db1-b6117930e891" providerId="ADAL" clId="{56078E8A-D94B-4C2D-95EF-9D42CEDD9DD3}" dt="2026-01-13T14:38:47.689" v="876" actId="20577"/>
          <ac:spMkLst>
            <pc:docMk/>
            <pc:sldMk cId="262140855" sldId="2573"/>
            <ac:spMk id="5" creationId="{03D3DE32-5D47-A284-9FE9-F55C687D21B6}"/>
          </ac:spMkLst>
        </pc:spChg>
        <pc:spChg chg="del mod">
          <ac:chgData name="Durgun, Sait" userId="f0a9a772-fcd8-4498-8db1-b6117930e891" providerId="ADAL" clId="{56078E8A-D94B-4C2D-95EF-9D42CEDD9DD3}" dt="2026-01-13T15:13:44.158" v="1692" actId="478"/>
          <ac:spMkLst>
            <pc:docMk/>
            <pc:sldMk cId="262140855" sldId="2573"/>
            <ac:spMk id="8" creationId="{5AA76FEC-0EF0-958C-9CE2-6B6F44F10EC6}"/>
          </ac:spMkLst>
        </pc:spChg>
        <pc:spChg chg="add mod">
          <ac:chgData name="Durgun, Sait" userId="f0a9a772-fcd8-4498-8db1-b6117930e891" providerId="ADAL" clId="{56078E8A-D94B-4C2D-95EF-9D42CEDD9DD3}" dt="2026-01-13T14:42:24.381" v="950" actId="1076"/>
          <ac:spMkLst>
            <pc:docMk/>
            <pc:sldMk cId="262140855" sldId="2573"/>
            <ac:spMk id="9" creationId="{1E3058C0-1C01-D1B7-BF1B-7B5A2D7C4145}"/>
          </ac:spMkLst>
        </pc:spChg>
        <pc:spChg chg="mod">
          <ac:chgData name="Durgun, Sait" userId="f0a9a772-fcd8-4498-8db1-b6117930e891" providerId="ADAL" clId="{56078E8A-D94B-4C2D-95EF-9D42CEDD9DD3}" dt="2026-01-13T14:40:31.759" v="887" actId="164"/>
          <ac:spMkLst>
            <pc:docMk/>
            <pc:sldMk cId="262140855" sldId="2573"/>
            <ac:spMk id="14" creationId="{FF812753-1AA7-85A3-BFF5-6CA02FE4F9A0}"/>
          </ac:spMkLst>
        </pc:spChg>
        <pc:spChg chg="mod">
          <ac:chgData name="Durgun, Sait" userId="f0a9a772-fcd8-4498-8db1-b6117930e891" providerId="ADAL" clId="{56078E8A-D94B-4C2D-95EF-9D42CEDD9DD3}" dt="2026-01-13T14:40:31.759" v="887" actId="164"/>
          <ac:spMkLst>
            <pc:docMk/>
            <pc:sldMk cId="262140855" sldId="2573"/>
            <ac:spMk id="16" creationId="{66C22A0B-0403-8A5A-B812-2F478E071C6D}"/>
          </ac:spMkLst>
        </pc:spChg>
        <pc:spChg chg="add mod">
          <ac:chgData name="Durgun, Sait" userId="f0a9a772-fcd8-4498-8db1-b6117930e891" providerId="ADAL" clId="{56078E8A-D94B-4C2D-95EF-9D42CEDD9DD3}" dt="2026-01-13T14:43:46.391" v="971" actId="14100"/>
          <ac:spMkLst>
            <pc:docMk/>
            <pc:sldMk cId="262140855" sldId="2573"/>
            <ac:spMk id="18" creationId="{47B47D6C-575E-B069-3405-C4882EBF17DD}"/>
          </ac:spMkLst>
        </pc:spChg>
        <pc:spChg chg="add mod">
          <ac:chgData name="Durgun, Sait" userId="f0a9a772-fcd8-4498-8db1-b6117930e891" providerId="ADAL" clId="{56078E8A-D94B-4C2D-95EF-9D42CEDD9DD3}" dt="2026-01-13T14:44:31.735" v="991" actId="1076"/>
          <ac:spMkLst>
            <pc:docMk/>
            <pc:sldMk cId="262140855" sldId="2573"/>
            <ac:spMk id="20" creationId="{71DA8BA3-E989-5B16-2A27-77B6765B5A2A}"/>
          </ac:spMkLst>
        </pc:spChg>
        <pc:grpChg chg="add mod">
          <ac:chgData name="Durgun, Sait" userId="f0a9a772-fcd8-4498-8db1-b6117930e891" providerId="ADAL" clId="{56078E8A-D94B-4C2D-95EF-9D42CEDD9DD3}" dt="2026-01-13T14:40:33.598" v="888" actId="1076"/>
          <ac:grpSpMkLst>
            <pc:docMk/>
            <pc:sldMk cId="262140855" sldId="2573"/>
            <ac:grpSpMk id="6" creationId="{EB78E006-D3F2-EE97-CF61-4597D44C8B55}"/>
          </ac:grpSpMkLst>
        </pc:grpChg>
        <pc:picChg chg="add mod">
          <ac:chgData name="Durgun, Sait" userId="f0a9a772-fcd8-4498-8db1-b6117930e891" providerId="ADAL" clId="{56078E8A-D94B-4C2D-95EF-9D42CEDD9DD3}" dt="2026-01-13T14:41:59.645" v="941" actId="1076"/>
          <ac:picMkLst>
            <pc:docMk/>
            <pc:sldMk cId="262140855" sldId="2573"/>
            <ac:picMk id="3" creationId="{6802C369-3035-8F56-C3EB-3289030418C4}"/>
          </ac:picMkLst>
        </pc:picChg>
        <pc:picChg chg="del">
          <ac:chgData name="Durgun, Sait" userId="f0a9a772-fcd8-4498-8db1-b6117930e891" providerId="ADAL" clId="{56078E8A-D94B-4C2D-95EF-9D42CEDD9DD3}" dt="2026-01-13T14:38:11.422" v="779" actId="478"/>
          <ac:picMkLst>
            <pc:docMk/>
            <pc:sldMk cId="262140855" sldId="2573"/>
            <ac:picMk id="7" creationId="{E7DB4685-96AB-7BBD-CEA4-4D3829E37D68}"/>
          </ac:picMkLst>
        </pc:picChg>
        <pc:picChg chg="add mod">
          <ac:chgData name="Durgun, Sait" userId="f0a9a772-fcd8-4498-8db1-b6117930e891" providerId="ADAL" clId="{56078E8A-D94B-4C2D-95EF-9D42CEDD9DD3}" dt="2026-01-13T14:44:23.910" v="988" actId="1076"/>
          <ac:picMkLst>
            <pc:docMk/>
            <pc:sldMk cId="262140855" sldId="2573"/>
            <ac:picMk id="10" creationId="{02CF061A-2F8E-4CEA-04D2-37BAF23999A0}"/>
          </ac:picMkLst>
        </pc:picChg>
        <pc:picChg chg="mod">
          <ac:chgData name="Durgun, Sait" userId="f0a9a772-fcd8-4498-8db1-b6117930e891" providerId="ADAL" clId="{56078E8A-D94B-4C2D-95EF-9D42CEDD9DD3}" dt="2026-01-13T14:40:31.759" v="887" actId="164"/>
          <ac:picMkLst>
            <pc:docMk/>
            <pc:sldMk cId="262140855" sldId="2573"/>
            <ac:picMk id="13" creationId="{011B2718-95FF-A714-7701-59ABC3CE58D1}"/>
          </ac:picMkLst>
        </pc:picChg>
        <pc:cxnChg chg="del">
          <ac:chgData name="Durgun, Sait" userId="f0a9a772-fcd8-4498-8db1-b6117930e891" providerId="ADAL" clId="{56078E8A-D94B-4C2D-95EF-9D42CEDD9DD3}" dt="2026-01-13T14:38:12.209" v="780" actId="478"/>
          <ac:cxnSpMkLst>
            <pc:docMk/>
            <pc:sldMk cId="262140855" sldId="2573"/>
            <ac:cxnSpMk id="4" creationId="{96D67936-95BF-4968-5F77-307FD1ED9518}"/>
          </ac:cxnSpMkLst>
        </pc:cxnChg>
        <pc:cxnChg chg="add mod">
          <ac:chgData name="Durgun, Sait" userId="f0a9a772-fcd8-4498-8db1-b6117930e891" providerId="ADAL" clId="{56078E8A-D94B-4C2D-95EF-9D42CEDD9DD3}" dt="2026-01-13T14:44:26.819" v="989" actId="14100"/>
          <ac:cxnSpMkLst>
            <pc:docMk/>
            <pc:sldMk cId="262140855" sldId="2573"/>
            <ac:cxnSpMk id="11" creationId="{CC698A65-CE20-CA57-BBA0-32632F96130A}"/>
          </ac:cxnSpMkLst>
        </pc:cxnChg>
        <pc:cxnChg chg="mod">
          <ac:chgData name="Durgun, Sait" userId="f0a9a772-fcd8-4498-8db1-b6117930e891" providerId="ADAL" clId="{56078E8A-D94B-4C2D-95EF-9D42CEDD9DD3}" dt="2026-01-13T14:40:31.759" v="887" actId="164"/>
          <ac:cxnSpMkLst>
            <pc:docMk/>
            <pc:sldMk cId="262140855" sldId="2573"/>
            <ac:cxnSpMk id="15" creationId="{FC725259-3EAB-97AE-5901-243CB763908F}"/>
          </ac:cxnSpMkLst>
        </pc:cxnChg>
        <pc:cxnChg chg="add mod">
          <ac:chgData name="Durgun, Sait" userId="f0a9a772-fcd8-4498-8db1-b6117930e891" providerId="ADAL" clId="{56078E8A-D94B-4C2D-95EF-9D42CEDD9DD3}" dt="2026-01-13T14:44:35.973" v="993" actId="1076"/>
          <ac:cxnSpMkLst>
            <pc:docMk/>
            <pc:sldMk cId="262140855" sldId="2573"/>
            <ac:cxnSpMk id="19" creationId="{A61D7B74-4650-A787-1987-AC01201FD838}"/>
          </ac:cxnSpMkLst>
        </pc:cxnChg>
      </pc:sldChg>
      <pc:sldChg chg="addSp delSp modSp add mod delAnim modAnim">
        <pc:chgData name="Durgun, Sait" userId="f0a9a772-fcd8-4498-8db1-b6117930e891" providerId="ADAL" clId="{56078E8A-D94B-4C2D-95EF-9D42CEDD9DD3}" dt="2026-01-13T15:14:27.307" v="1711"/>
        <pc:sldMkLst>
          <pc:docMk/>
          <pc:sldMk cId="1559506052" sldId="2574"/>
        </pc:sldMkLst>
        <pc:spChg chg="add mod">
          <ac:chgData name="Durgun, Sait" userId="f0a9a772-fcd8-4498-8db1-b6117930e891" providerId="ADAL" clId="{56078E8A-D94B-4C2D-95EF-9D42CEDD9DD3}" dt="2026-01-13T15:14:27.307" v="1711"/>
          <ac:spMkLst>
            <pc:docMk/>
            <pc:sldMk cId="1559506052" sldId="2574"/>
            <ac:spMk id="3" creationId="{A3816CE3-2B58-9BD4-7EF8-933A545769F4}"/>
          </ac:spMkLst>
        </pc:spChg>
        <pc:spChg chg="del">
          <ac:chgData name="Durgun, Sait" userId="f0a9a772-fcd8-4498-8db1-b6117930e891" providerId="ADAL" clId="{56078E8A-D94B-4C2D-95EF-9D42CEDD9DD3}" dt="2026-01-13T14:44:56.258" v="995" actId="478"/>
          <ac:spMkLst>
            <pc:docMk/>
            <pc:sldMk cId="1559506052" sldId="2574"/>
            <ac:spMk id="5" creationId="{15EA0449-D4D0-361B-B38C-43EA179943E9}"/>
          </ac:spMkLst>
        </pc:spChg>
        <pc:spChg chg="add mod">
          <ac:chgData name="Durgun, Sait" userId="f0a9a772-fcd8-4498-8db1-b6117930e891" providerId="ADAL" clId="{56078E8A-D94B-4C2D-95EF-9D42CEDD9DD3}" dt="2026-01-13T14:48:25.991" v="1093" actId="14100"/>
          <ac:spMkLst>
            <pc:docMk/>
            <pc:sldMk cId="1559506052" sldId="2574"/>
            <ac:spMk id="7" creationId="{0C2A3040-95C2-A5C5-A88F-C52E1099342F}"/>
          </ac:spMkLst>
        </pc:spChg>
        <pc:spChg chg="del">
          <ac:chgData name="Durgun, Sait" userId="f0a9a772-fcd8-4498-8db1-b6117930e891" providerId="ADAL" clId="{56078E8A-D94B-4C2D-95EF-9D42CEDD9DD3}" dt="2026-01-13T15:13:46.390" v="1693" actId="478"/>
          <ac:spMkLst>
            <pc:docMk/>
            <pc:sldMk cId="1559506052" sldId="2574"/>
            <ac:spMk id="8" creationId="{67C80819-811A-D1BE-C55C-F7A6EC11DF08}"/>
          </ac:spMkLst>
        </pc:spChg>
        <pc:spChg chg="del">
          <ac:chgData name="Durgun, Sait" userId="f0a9a772-fcd8-4498-8db1-b6117930e891" providerId="ADAL" clId="{56078E8A-D94B-4C2D-95EF-9D42CEDD9DD3}" dt="2026-01-13T14:44:56.258" v="995" actId="478"/>
          <ac:spMkLst>
            <pc:docMk/>
            <pc:sldMk cId="1559506052" sldId="2574"/>
            <ac:spMk id="9" creationId="{504F9443-492E-19E9-DAD6-6AC565DE3794}"/>
          </ac:spMkLst>
        </pc:spChg>
        <pc:spChg chg="add mod">
          <ac:chgData name="Durgun, Sait" userId="f0a9a772-fcd8-4498-8db1-b6117930e891" providerId="ADAL" clId="{56078E8A-D94B-4C2D-95EF-9D42CEDD9DD3}" dt="2026-01-13T14:48:42.213" v="1096" actId="6549"/>
          <ac:spMkLst>
            <pc:docMk/>
            <pc:sldMk cId="1559506052" sldId="2574"/>
            <ac:spMk id="17" creationId="{E496E179-98D9-70D6-1C04-F45AD97668AB}"/>
          </ac:spMkLst>
        </pc:spChg>
        <pc:spChg chg="del">
          <ac:chgData name="Durgun, Sait" userId="f0a9a772-fcd8-4498-8db1-b6117930e891" providerId="ADAL" clId="{56078E8A-D94B-4C2D-95EF-9D42CEDD9DD3}" dt="2026-01-13T14:44:56.258" v="995" actId="478"/>
          <ac:spMkLst>
            <pc:docMk/>
            <pc:sldMk cId="1559506052" sldId="2574"/>
            <ac:spMk id="18" creationId="{FFA1DA4A-3401-D576-A29F-759366870F3F}"/>
          </ac:spMkLst>
        </pc:spChg>
        <pc:spChg chg="del">
          <ac:chgData name="Durgun, Sait" userId="f0a9a772-fcd8-4498-8db1-b6117930e891" providerId="ADAL" clId="{56078E8A-D94B-4C2D-95EF-9D42CEDD9DD3}" dt="2026-01-13T14:44:56.258" v="995" actId="478"/>
          <ac:spMkLst>
            <pc:docMk/>
            <pc:sldMk cId="1559506052" sldId="2574"/>
            <ac:spMk id="20" creationId="{63FFC837-0A9A-479C-E61D-3083AB75070E}"/>
          </ac:spMkLst>
        </pc:spChg>
        <pc:spChg chg="add mod">
          <ac:chgData name="Durgun, Sait" userId="f0a9a772-fcd8-4498-8db1-b6117930e891" providerId="ADAL" clId="{56078E8A-D94B-4C2D-95EF-9D42CEDD9DD3}" dt="2026-01-13T14:50:13.503" v="1224" actId="1076"/>
          <ac:spMkLst>
            <pc:docMk/>
            <pc:sldMk cId="1559506052" sldId="2574"/>
            <ac:spMk id="24" creationId="{9BC3B6DE-D561-8CF0-841D-96FC499A76F3}"/>
          </ac:spMkLst>
        </pc:spChg>
        <pc:spChg chg="add del mod">
          <ac:chgData name="Durgun, Sait" userId="f0a9a772-fcd8-4498-8db1-b6117930e891" providerId="ADAL" clId="{56078E8A-D94B-4C2D-95EF-9D42CEDD9DD3}" dt="2026-01-13T14:52:47.527" v="1379" actId="478"/>
          <ac:spMkLst>
            <pc:docMk/>
            <pc:sldMk cId="1559506052" sldId="2574"/>
            <ac:spMk id="25" creationId="{AD48B190-9B73-ECEB-846C-BD5F022F05FD}"/>
          </ac:spMkLst>
        </pc:spChg>
        <pc:spChg chg="add mod">
          <ac:chgData name="Durgun, Sait" userId="f0a9a772-fcd8-4498-8db1-b6117930e891" providerId="ADAL" clId="{56078E8A-D94B-4C2D-95EF-9D42CEDD9DD3}" dt="2026-01-13T14:55:27.064" v="1388" actId="20577"/>
          <ac:spMkLst>
            <pc:docMk/>
            <pc:sldMk cId="1559506052" sldId="2574"/>
            <ac:spMk id="27" creationId="{703D3FE0-C4E4-E86D-6387-E9D708589F1D}"/>
          </ac:spMkLst>
        </pc:spChg>
        <pc:grpChg chg="del">
          <ac:chgData name="Durgun, Sait" userId="f0a9a772-fcd8-4498-8db1-b6117930e891" providerId="ADAL" clId="{56078E8A-D94B-4C2D-95EF-9D42CEDD9DD3}" dt="2026-01-13T14:44:56.258" v="995" actId="478"/>
          <ac:grpSpMkLst>
            <pc:docMk/>
            <pc:sldMk cId="1559506052" sldId="2574"/>
            <ac:grpSpMk id="6" creationId="{7520AF04-C379-D6AD-B9D8-0D644B6F16DC}"/>
          </ac:grpSpMkLst>
        </pc:grpChg>
        <pc:picChg chg="del">
          <ac:chgData name="Durgun, Sait" userId="f0a9a772-fcd8-4498-8db1-b6117930e891" providerId="ADAL" clId="{56078E8A-D94B-4C2D-95EF-9D42CEDD9DD3}" dt="2026-01-13T14:44:56.258" v="995" actId="478"/>
          <ac:picMkLst>
            <pc:docMk/>
            <pc:sldMk cId="1559506052" sldId="2574"/>
            <ac:picMk id="3" creationId="{43CD0E4D-862F-F568-9DF3-3DC75987A1BB}"/>
          </ac:picMkLst>
        </pc:picChg>
        <pc:picChg chg="add mod">
          <ac:chgData name="Durgun, Sait" userId="f0a9a772-fcd8-4498-8db1-b6117930e891" providerId="ADAL" clId="{56078E8A-D94B-4C2D-95EF-9D42CEDD9DD3}" dt="2026-01-13T14:47:45.062" v="1083" actId="1076"/>
          <ac:picMkLst>
            <pc:docMk/>
            <pc:sldMk cId="1559506052" sldId="2574"/>
            <ac:picMk id="4" creationId="{A7987FBE-47B7-5C46-0591-4FE2FBFFA8E2}"/>
          </ac:picMkLst>
        </pc:picChg>
        <pc:picChg chg="del">
          <ac:chgData name="Durgun, Sait" userId="f0a9a772-fcd8-4498-8db1-b6117930e891" providerId="ADAL" clId="{56078E8A-D94B-4C2D-95EF-9D42CEDD9DD3}" dt="2026-01-13T14:44:56.258" v="995" actId="478"/>
          <ac:picMkLst>
            <pc:docMk/>
            <pc:sldMk cId="1559506052" sldId="2574"/>
            <ac:picMk id="10" creationId="{40E95C6B-E4B0-CDA8-FC8B-32126267045B}"/>
          </ac:picMkLst>
        </pc:picChg>
        <pc:picChg chg="add mod">
          <ac:chgData name="Durgun, Sait" userId="f0a9a772-fcd8-4498-8db1-b6117930e891" providerId="ADAL" clId="{56078E8A-D94B-4C2D-95EF-9D42CEDD9DD3}" dt="2026-01-13T14:48:55.213" v="1101" actId="1076"/>
          <ac:picMkLst>
            <pc:docMk/>
            <pc:sldMk cId="1559506052" sldId="2574"/>
            <ac:picMk id="23" creationId="{12DC097B-A3B9-34BA-8954-2367ECE64E67}"/>
          </ac:picMkLst>
        </pc:picChg>
        <pc:cxnChg chg="del mod">
          <ac:chgData name="Durgun, Sait" userId="f0a9a772-fcd8-4498-8db1-b6117930e891" providerId="ADAL" clId="{56078E8A-D94B-4C2D-95EF-9D42CEDD9DD3}" dt="2026-01-13T14:44:56.258" v="995" actId="478"/>
          <ac:cxnSpMkLst>
            <pc:docMk/>
            <pc:sldMk cId="1559506052" sldId="2574"/>
            <ac:cxnSpMk id="11" creationId="{1F95894E-6163-EEF1-4C11-AAEFA70BB9D9}"/>
          </ac:cxnSpMkLst>
        </pc:cxnChg>
        <pc:cxnChg chg="add mod">
          <ac:chgData name="Durgun, Sait" userId="f0a9a772-fcd8-4498-8db1-b6117930e891" providerId="ADAL" clId="{56078E8A-D94B-4C2D-95EF-9D42CEDD9DD3}" dt="2026-01-13T14:48:31.820" v="1095" actId="14100"/>
          <ac:cxnSpMkLst>
            <pc:docMk/>
            <pc:sldMk cId="1559506052" sldId="2574"/>
            <ac:cxnSpMk id="12" creationId="{138F603B-7E33-A583-96DD-1B651345F77D}"/>
          </ac:cxnSpMkLst>
        </pc:cxnChg>
        <pc:cxnChg chg="del">
          <ac:chgData name="Durgun, Sait" userId="f0a9a772-fcd8-4498-8db1-b6117930e891" providerId="ADAL" clId="{56078E8A-D94B-4C2D-95EF-9D42CEDD9DD3}" dt="2026-01-13T14:44:56.258" v="995" actId="478"/>
          <ac:cxnSpMkLst>
            <pc:docMk/>
            <pc:sldMk cId="1559506052" sldId="2574"/>
            <ac:cxnSpMk id="19" creationId="{C6A3885B-C645-10BA-1512-2446994FF2CA}"/>
          </ac:cxnSpMkLst>
        </pc:cxnChg>
      </pc:sldChg>
      <pc:sldChg chg="addSp delSp modSp add del mod">
        <pc:chgData name="Durgun, Sait" userId="f0a9a772-fcd8-4498-8db1-b6117930e891" providerId="ADAL" clId="{56078E8A-D94B-4C2D-95EF-9D42CEDD9DD3}" dt="2026-01-13T14:50:00.181" v="1221" actId="47"/>
        <pc:sldMkLst>
          <pc:docMk/>
          <pc:sldMk cId="3523726511" sldId="2575"/>
        </pc:sldMkLst>
        <pc:picChg chg="add mod">
          <ac:chgData name="Durgun, Sait" userId="f0a9a772-fcd8-4498-8db1-b6117930e891" providerId="ADAL" clId="{56078E8A-D94B-4C2D-95EF-9D42CEDD9DD3}" dt="2026-01-13T14:46:00.903" v="1001" actId="1076"/>
          <ac:picMkLst>
            <pc:docMk/>
            <pc:sldMk cId="3523726511" sldId="2575"/>
            <ac:picMk id="3" creationId="{ED035731-896A-5135-83FD-FB60A301C9AB}"/>
          </ac:picMkLst>
        </pc:picChg>
        <pc:picChg chg="del">
          <ac:chgData name="Durgun, Sait" userId="f0a9a772-fcd8-4498-8db1-b6117930e891" providerId="ADAL" clId="{56078E8A-D94B-4C2D-95EF-9D42CEDD9DD3}" dt="2026-01-13T14:45:57.991" v="999" actId="478"/>
          <ac:picMkLst>
            <pc:docMk/>
            <pc:sldMk cId="3523726511" sldId="2575"/>
            <ac:picMk id="4" creationId="{B22D58F2-D665-43F6-1829-AD2994EF76F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B5C9C2-3675-4B0C-9A94-C1F9C37DCD1A}" type="datetimeFigureOut">
              <a:rPr lang="en-US" smtClean="0"/>
              <a:t>1/13/2026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2DC3F-B6F0-472A-AA1B-7168D4A9FC80}" type="slidenum">
              <a:rPr lang="en-US" smtClean="0"/>
              <a:t>‹#›</a:t>
            </a:fld>
            <a:endParaRPr lang="en-US"/>
          </a:p>
        </p:txBody>
      </p:sp>
    </p:spTree>
    <p:extLst>
      <p:ext uri="{BB962C8B-B14F-4D97-AF65-F5344CB8AC3E}">
        <p14:creationId xmlns:p14="http://schemas.microsoft.com/office/powerpoint/2010/main" val="1286754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98362-6561-7FBB-6B02-9D21A852F6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B534F-C685-AE91-F878-267650570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42DB5-A866-7FFA-CB47-E8507779605E}"/>
              </a:ext>
            </a:extLst>
          </p:cNvPr>
          <p:cNvSpPr>
            <a:spLocks noGrp="1"/>
          </p:cNvSpPr>
          <p:nvPr>
            <p:ph type="body" idx="1"/>
          </p:nvPr>
        </p:nvSpPr>
        <p:spPr/>
        <p:txBody>
          <a:bodyPr/>
          <a:lstStyle/>
          <a:p>
            <a:r>
              <a:rPr lang="en-US"/>
              <a:t>Authority, intuition, common sense, experience, belief…</a:t>
            </a:r>
            <a:endParaRPr lang="nl-NL"/>
          </a:p>
        </p:txBody>
      </p:sp>
      <p:sp>
        <p:nvSpPr>
          <p:cNvPr id="4" name="Slide Number Placeholder 3">
            <a:extLst>
              <a:ext uri="{FF2B5EF4-FFF2-40B4-BE49-F238E27FC236}">
                <a16:creationId xmlns:a16="http://schemas.microsoft.com/office/drawing/2014/main" id="{76F55F92-80EC-0DD8-C54C-E50A641D20BE}"/>
              </a:ext>
            </a:extLst>
          </p:cNvPr>
          <p:cNvSpPr>
            <a:spLocks noGrp="1"/>
          </p:cNvSpPr>
          <p:nvPr>
            <p:ph type="sldNum" sz="quarter" idx="5"/>
          </p:nvPr>
        </p:nvSpPr>
        <p:spPr/>
        <p:txBody>
          <a:bodyPr/>
          <a:lstStyle/>
          <a:p>
            <a:pPr marL="0" marR="0" lvl="0" indent="0" algn="r" defTabSz="685663" rtl="0" eaLnBrk="1" fontAlgn="auto" latinLnBrk="0" hangingPunct="1">
              <a:lnSpc>
                <a:spcPct val="100000"/>
              </a:lnSpc>
              <a:spcBef>
                <a:spcPts val="0"/>
              </a:spcBef>
              <a:spcAft>
                <a:spcPts val="0"/>
              </a:spcAft>
              <a:buClrTx/>
              <a:buSzTx/>
              <a:buFontTx/>
              <a:buNone/>
              <a:tabLst/>
              <a:defRPr/>
            </a:pPr>
            <a:fld id="{51AE5163-76D6-0846-B4A7-CD6FB6DB9683}" type="slidenum">
              <a:rPr kumimoji="0" lang="nl-N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663" rtl="0" eaLnBrk="1" fontAlgn="auto" latinLnBrk="0" hangingPunct="1">
                <a:lnSpc>
                  <a:spcPct val="100000"/>
                </a:lnSpc>
                <a:spcBef>
                  <a:spcPts val="0"/>
                </a:spcBef>
                <a:spcAft>
                  <a:spcPts val="0"/>
                </a:spcAft>
                <a:buClrTx/>
                <a:buSzTx/>
                <a:buFontTx/>
                <a:buNone/>
                <a:tabLst/>
                <a:defRPr/>
              </a:pPr>
              <a:t>2</a:t>
            </a:fld>
            <a:endParaRPr kumimoji="0" lang="nl-N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3433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02DC3F-B6F0-472A-AA1B-7168D4A9FC80}" type="slidenum">
              <a:rPr lang="en-US" smtClean="0"/>
              <a:t>20</a:t>
            </a:fld>
            <a:endParaRPr lang="en-US"/>
          </a:p>
        </p:txBody>
      </p:sp>
    </p:spTree>
    <p:extLst>
      <p:ext uri="{BB962C8B-B14F-4D97-AF65-F5344CB8AC3E}">
        <p14:creationId xmlns:p14="http://schemas.microsoft.com/office/powerpoint/2010/main" val="1141157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5BBA0E-B0DD-5ED3-7CD6-A3A64A09C536}"/>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endParaRPr lang="en-US"/>
          </a:p>
        </p:txBody>
      </p:sp>
      <p:sp>
        <p:nvSpPr>
          <p:cNvPr id="3" name="Ondertitel 2">
            <a:extLst>
              <a:ext uri="{FF2B5EF4-FFF2-40B4-BE49-F238E27FC236}">
                <a16:creationId xmlns:a16="http://schemas.microsoft.com/office/drawing/2014/main" id="{192FED3A-A32D-9ACE-F0A6-A044EA9ABF8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a:p>
        </p:txBody>
      </p:sp>
      <p:sp>
        <p:nvSpPr>
          <p:cNvPr id="4" name="Tijdelijke aanduiding voor datum 3">
            <a:extLst>
              <a:ext uri="{FF2B5EF4-FFF2-40B4-BE49-F238E27FC236}">
                <a16:creationId xmlns:a16="http://schemas.microsoft.com/office/drawing/2014/main" id="{601D6A10-F6BE-9743-8CE0-F9BCF6553AD1}"/>
              </a:ext>
            </a:extLst>
          </p:cNvPr>
          <p:cNvSpPr>
            <a:spLocks noGrp="1"/>
          </p:cNvSpPr>
          <p:nvPr>
            <p:ph type="dt" sz="half" idx="10"/>
          </p:nvPr>
        </p:nvSpPr>
        <p:spPr/>
        <p:txBody>
          <a:bodyPr/>
          <a:lstStyle/>
          <a:p>
            <a:fld id="{0015A02D-04DA-4209-8795-DA733854D1C6}" type="datetime2">
              <a:rPr lang="en-GB" smtClean="0"/>
              <a:t>Tuesday, 13 January 2026</a:t>
            </a:fld>
            <a:endParaRPr lang="en-US"/>
          </a:p>
        </p:txBody>
      </p:sp>
      <p:sp>
        <p:nvSpPr>
          <p:cNvPr id="5" name="Tijdelijke aanduiding voor voettekst 4">
            <a:extLst>
              <a:ext uri="{FF2B5EF4-FFF2-40B4-BE49-F238E27FC236}">
                <a16:creationId xmlns:a16="http://schemas.microsoft.com/office/drawing/2014/main" id="{BC584537-A0DF-2A1A-DB1A-AACA1FE56B80}"/>
              </a:ext>
            </a:extLst>
          </p:cNvPr>
          <p:cNvSpPr>
            <a:spLocks noGrp="1"/>
          </p:cNvSpPr>
          <p:nvPr>
            <p:ph type="ftr" sz="quarter" idx="11"/>
          </p:nvPr>
        </p:nvSpPr>
        <p:spPr/>
        <p:txBody>
          <a:bodyPr/>
          <a:lstStyle/>
          <a:p>
            <a:r>
              <a:rPr lang="en-US"/>
              <a:t>&lt;Optional&gt;</a:t>
            </a:r>
          </a:p>
        </p:txBody>
      </p:sp>
      <p:sp>
        <p:nvSpPr>
          <p:cNvPr id="6" name="Tijdelijke aanduiding voor dianummer 5">
            <a:extLst>
              <a:ext uri="{FF2B5EF4-FFF2-40B4-BE49-F238E27FC236}">
                <a16:creationId xmlns:a16="http://schemas.microsoft.com/office/drawing/2014/main" id="{1B9E929F-04B9-4D11-1ADC-6D386655E999}"/>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266891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8BC4EAA-15A3-2517-8327-D85CB6F5CC8E}"/>
              </a:ext>
            </a:extLst>
          </p:cNvPr>
          <p:cNvSpPr>
            <a:spLocks noGrp="1"/>
          </p:cNvSpPr>
          <p:nvPr>
            <p:ph type="title"/>
          </p:nvPr>
        </p:nvSpPr>
        <p:spPr/>
        <p:txBody>
          <a:bodyPr/>
          <a:lstStyle/>
          <a:p>
            <a:r>
              <a:rPr lang="nl-NL"/>
              <a:t>Klik om stijl te bewerken</a:t>
            </a:r>
            <a:endParaRPr lang="en-US"/>
          </a:p>
        </p:txBody>
      </p:sp>
      <p:sp>
        <p:nvSpPr>
          <p:cNvPr id="3" name="Tijdelijke aanduiding voor inhoud 2">
            <a:extLst>
              <a:ext uri="{FF2B5EF4-FFF2-40B4-BE49-F238E27FC236}">
                <a16:creationId xmlns:a16="http://schemas.microsoft.com/office/drawing/2014/main" id="{D7BC3B40-FC85-6018-3C8B-07511CD03F19}"/>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3">
            <a:extLst>
              <a:ext uri="{FF2B5EF4-FFF2-40B4-BE49-F238E27FC236}">
                <a16:creationId xmlns:a16="http://schemas.microsoft.com/office/drawing/2014/main" id="{31A50ABC-4132-1AA9-877B-B03313185A89}"/>
              </a:ext>
            </a:extLst>
          </p:cNvPr>
          <p:cNvSpPr>
            <a:spLocks noGrp="1"/>
          </p:cNvSpPr>
          <p:nvPr>
            <p:ph type="dt" sz="half" idx="10"/>
          </p:nvPr>
        </p:nvSpPr>
        <p:spPr/>
        <p:txBody>
          <a:bodyPr/>
          <a:lstStyle/>
          <a:p>
            <a:fld id="{15E81B0E-35D2-4AA0-A833-F0B007C04C7D}" type="datetime2">
              <a:rPr lang="en-GB" smtClean="0"/>
              <a:t>Tuesday, 13 January 2026</a:t>
            </a:fld>
            <a:endParaRPr lang="en-US"/>
          </a:p>
        </p:txBody>
      </p:sp>
      <p:sp>
        <p:nvSpPr>
          <p:cNvPr id="5" name="Tijdelijke aanduiding voor voettekst 4">
            <a:extLst>
              <a:ext uri="{FF2B5EF4-FFF2-40B4-BE49-F238E27FC236}">
                <a16:creationId xmlns:a16="http://schemas.microsoft.com/office/drawing/2014/main" id="{59E1D200-4C00-01E3-8A58-5F3964F70C18}"/>
              </a:ext>
            </a:extLst>
          </p:cNvPr>
          <p:cNvSpPr>
            <a:spLocks noGrp="1"/>
          </p:cNvSpPr>
          <p:nvPr>
            <p:ph type="ftr" sz="quarter" idx="11"/>
          </p:nvPr>
        </p:nvSpPr>
        <p:spPr/>
        <p:txBody>
          <a:bodyPr/>
          <a:lstStyle/>
          <a:p>
            <a:r>
              <a:rPr lang="en-US"/>
              <a:t>&lt;Optional&gt;</a:t>
            </a:r>
          </a:p>
        </p:txBody>
      </p:sp>
      <p:sp>
        <p:nvSpPr>
          <p:cNvPr id="6" name="Tijdelijke aanduiding voor dianummer 5">
            <a:extLst>
              <a:ext uri="{FF2B5EF4-FFF2-40B4-BE49-F238E27FC236}">
                <a16:creationId xmlns:a16="http://schemas.microsoft.com/office/drawing/2014/main" id="{4763F335-B3B6-8130-192A-BDB9DA6B1B2E}"/>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1953431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5DE904-B2A8-6946-874E-EAB40655E7C2}"/>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endParaRPr lang="en-US"/>
          </a:p>
        </p:txBody>
      </p:sp>
      <p:sp>
        <p:nvSpPr>
          <p:cNvPr id="3" name="Tijdelijke aanduiding voor tekst 2">
            <a:extLst>
              <a:ext uri="{FF2B5EF4-FFF2-40B4-BE49-F238E27FC236}">
                <a16:creationId xmlns:a16="http://schemas.microsoft.com/office/drawing/2014/main" id="{89B9550E-76D3-208B-2179-EB6B013CC45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BB611BFC-10E8-7945-F72D-0D967CB41287}"/>
              </a:ext>
            </a:extLst>
          </p:cNvPr>
          <p:cNvSpPr>
            <a:spLocks noGrp="1"/>
          </p:cNvSpPr>
          <p:nvPr>
            <p:ph type="dt" sz="half" idx="10"/>
          </p:nvPr>
        </p:nvSpPr>
        <p:spPr/>
        <p:txBody>
          <a:bodyPr/>
          <a:lstStyle/>
          <a:p>
            <a:fld id="{0732CE53-AA73-4050-866E-63785871DE96}" type="datetime2">
              <a:rPr lang="en-GB" smtClean="0"/>
              <a:t>Tuesday, 13 January 2026</a:t>
            </a:fld>
            <a:endParaRPr lang="en-US"/>
          </a:p>
        </p:txBody>
      </p:sp>
      <p:sp>
        <p:nvSpPr>
          <p:cNvPr id="5" name="Tijdelijke aanduiding voor voettekst 4">
            <a:extLst>
              <a:ext uri="{FF2B5EF4-FFF2-40B4-BE49-F238E27FC236}">
                <a16:creationId xmlns:a16="http://schemas.microsoft.com/office/drawing/2014/main" id="{60751169-B40B-B6E4-A7A3-0D493C240DB8}"/>
              </a:ext>
            </a:extLst>
          </p:cNvPr>
          <p:cNvSpPr>
            <a:spLocks noGrp="1"/>
          </p:cNvSpPr>
          <p:nvPr>
            <p:ph type="ftr" sz="quarter" idx="11"/>
          </p:nvPr>
        </p:nvSpPr>
        <p:spPr/>
        <p:txBody>
          <a:bodyPr/>
          <a:lstStyle/>
          <a:p>
            <a:r>
              <a:rPr lang="en-US"/>
              <a:t>&lt;Optional&gt;</a:t>
            </a:r>
          </a:p>
        </p:txBody>
      </p:sp>
      <p:sp>
        <p:nvSpPr>
          <p:cNvPr id="6" name="Tijdelijke aanduiding voor dianummer 5">
            <a:extLst>
              <a:ext uri="{FF2B5EF4-FFF2-40B4-BE49-F238E27FC236}">
                <a16:creationId xmlns:a16="http://schemas.microsoft.com/office/drawing/2014/main" id="{6DCF623E-3F39-5A3D-1886-016DE4BF37F2}"/>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470230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FB5F7F-A030-2AC4-5DB3-F9C8AB42E9C7}"/>
              </a:ext>
            </a:extLst>
          </p:cNvPr>
          <p:cNvSpPr>
            <a:spLocks noGrp="1"/>
          </p:cNvSpPr>
          <p:nvPr>
            <p:ph type="title"/>
          </p:nvPr>
        </p:nvSpPr>
        <p:spPr/>
        <p:txBody>
          <a:bodyPr/>
          <a:lstStyle/>
          <a:p>
            <a:r>
              <a:rPr lang="nl-NL"/>
              <a:t>Klik om stijl te bewerken</a:t>
            </a:r>
            <a:endParaRPr lang="en-US"/>
          </a:p>
        </p:txBody>
      </p:sp>
      <p:sp>
        <p:nvSpPr>
          <p:cNvPr id="3" name="Tijdelijke aanduiding voor inhoud 2">
            <a:extLst>
              <a:ext uri="{FF2B5EF4-FFF2-40B4-BE49-F238E27FC236}">
                <a16:creationId xmlns:a16="http://schemas.microsoft.com/office/drawing/2014/main" id="{7EE0CE6B-450F-0A96-C3DC-1577F36ABA7B}"/>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inhoud 3">
            <a:extLst>
              <a:ext uri="{FF2B5EF4-FFF2-40B4-BE49-F238E27FC236}">
                <a16:creationId xmlns:a16="http://schemas.microsoft.com/office/drawing/2014/main" id="{6C0FA699-CA5F-EC15-3C95-40AE3B190447}"/>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datum 4">
            <a:extLst>
              <a:ext uri="{FF2B5EF4-FFF2-40B4-BE49-F238E27FC236}">
                <a16:creationId xmlns:a16="http://schemas.microsoft.com/office/drawing/2014/main" id="{F72A53C9-656D-DE26-05E0-89E4EF8BF54B}"/>
              </a:ext>
            </a:extLst>
          </p:cNvPr>
          <p:cNvSpPr>
            <a:spLocks noGrp="1"/>
          </p:cNvSpPr>
          <p:nvPr>
            <p:ph type="dt" sz="half" idx="10"/>
          </p:nvPr>
        </p:nvSpPr>
        <p:spPr/>
        <p:txBody>
          <a:bodyPr/>
          <a:lstStyle/>
          <a:p>
            <a:fld id="{07336ECC-DD80-45D5-9041-3D1DAB9B34F6}" type="datetime2">
              <a:rPr lang="en-GB" smtClean="0"/>
              <a:t>Tuesday, 13 January 2026</a:t>
            </a:fld>
            <a:endParaRPr lang="en-US"/>
          </a:p>
        </p:txBody>
      </p:sp>
      <p:sp>
        <p:nvSpPr>
          <p:cNvPr id="6" name="Tijdelijke aanduiding voor voettekst 5">
            <a:extLst>
              <a:ext uri="{FF2B5EF4-FFF2-40B4-BE49-F238E27FC236}">
                <a16:creationId xmlns:a16="http://schemas.microsoft.com/office/drawing/2014/main" id="{AF328E4D-CF51-9E97-A886-CCB136C14B5D}"/>
              </a:ext>
            </a:extLst>
          </p:cNvPr>
          <p:cNvSpPr>
            <a:spLocks noGrp="1"/>
          </p:cNvSpPr>
          <p:nvPr>
            <p:ph type="ftr" sz="quarter" idx="11"/>
          </p:nvPr>
        </p:nvSpPr>
        <p:spPr/>
        <p:txBody>
          <a:bodyPr/>
          <a:lstStyle/>
          <a:p>
            <a:r>
              <a:rPr lang="en-US"/>
              <a:t>&lt;Optional&gt;</a:t>
            </a:r>
          </a:p>
        </p:txBody>
      </p:sp>
      <p:sp>
        <p:nvSpPr>
          <p:cNvPr id="7" name="Tijdelijke aanduiding voor dianummer 6">
            <a:extLst>
              <a:ext uri="{FF2B5EF4-FFF2-40B4-BE49-F238E27FC236}">
                <a16:creationId xmlns:a16="http://schemas.microsoft.com/office/drawing/2014/main" id="{88FA5F94-3E1A-AD3E-BE13-BADF0DDAC84B}"/>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1292059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F3C2BE-6A3E-8494-FDFA-9352A06A82C0}"/>
              </a:ext>
            </a:extLst>
          </p:cNvPr>
          <p:cNvSpPr>
            <a:spLocks noGrp="1"/>
          </p:cNvSpPr>
          <p:nvPr>
            <p:ph type="title"/>
          </p:nvPr>
        </p:nvSpPr>
        <p:spPr>
          <a:xfrm>
            <a:off x="839788" y="365125"/>
            <a:ext cx="10515600" cy="1325563"/>
          </a:xfrm>
        </p:spPr>
        <p:txBody>
          <a:bodyPr/>
          <a:lstStyle/>
          <a:p>
            <a:r>
              <a:rPr lang="nl-NL"/>
              <a:t>Klik om stijl te bewerken</a:t>
            </a:r>
            <a:endParaRPr lang="en-US"/>
          </a:p>
        </p:txBody>
      </p:sp>
      <p:sp>
        <p:nvSpPr>
          <p:cNvPr id="3" name="Tijdelijke aanduiding voor tekst 2">
            <a:extLst>
              <a:ext uri="{FF2B5EF4-FFF2-40B4-BE49-F238E27FC236}">
                <a16:creationId xmlns:a16="http://schemas.microsoft.com/office/drawing/2014/main" id="{8FFCA5CC-5CFD-9BEA-6369-B961D38D1D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83DB3C35-C4C1-DD5E-74A6-148E77863889}"/>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ijdelijke aanduiding voor tekst 4">
            <a:extLst>
              <a:ext uri="{FF2B5EF4-FFF2-40B4-BE49-F238E27FC236}">
                <a16:creationId xmlns:a16="http://schemas.microsoft.com/office/drawing/2014/main" id="{8A7D6B0A-53F9-1403-A35F-200B8AB83F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F755B47A-418A-F22A-B1E4-4A506DB88803}"/>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Tijdelijke aanduiding voor datum 6">
            <a:extLst>
              <a:ext uri="{FF2B5EF4-FFF2-40B4-BE49-F238E27FC236}">
                <a16:creationId xmlns:a16="http://schemas.microsoft.com/office/drawing/2014/main" id="{5D5EECC7-9822-8120-0E3A-4CD4A8847F12}"/>
              </a:ext>
            </a:extLst>
          </p:cNvPr>
          <p:cNvSpPr>
            <a:spLocks noGrp="1"/>
          </p:cNvSpPr>
          <p:nvPr>
            <p:ph type="dt" sz="half" idx="10"/>
          </p:nvPr>
        </p:nvSpPr>
        <p:spPr/>
        <p:txBody>
          <a:bodyPr/>
          <a:lstStyle/>
          <a:p>
            <a:fld id="{9C823172-0093-4746-B217-D220607ED00C}" type="datetime2">
              <a:rPr lang="en-GB" smtClean="0"/>
              <a:t>Tuesday, 13 January 2026</a:t>
            </a:fld>
            <a:endParaRPr lang="en-US"/>
          </a:p>
        </p:txBody>
      </p:sp>
      <p:sp>
        <p:nvSpPr>
          <p:cNvPr id="8" name="Tijdelijke aanduiding voor voettekst 7">
            <a:extLst>
              <a:ext uri="{FF2B5EF4-FFF2-40B4-BE49-F238E27FC236}">
                <a16:creationId xmlns:a16="http://schemas.microsoft.com/office/drawing/2014/main" id="{A264A7C7-D311-71C2-9B23-FC00FA16813F}"/>
              </a:ext>
            </a:extLst>
          </p:cNvPr>
          <p:cNvSpPr>
            <a:spLocks noGrp="1"/>
          </p:cNvSpPr>
          <p:nvPr>
            <p:ph type="ftr" sz="quarter" idx="11"/>
          </p:nvPr>
        </p:nvSpPr>
        <p:spPr/>
        <p:txBody>
          <a:bodyPr/>
          <a:lstStyle/>
          <a:p>
            <a:r>
              <a:rPr lang="en-US"/>
              <a:t>&lt;Optional&gt;</a:t>
            </a:r>
          </a:p>
        </p:txBody>
      </p:sp>
      <p:sp>
        <p:nvSpPr>
          <p:cNvPr id="9" name="Tijdelijke aanduiding voor dianummer 8">
            <a:extLst>
              <a:ext uri="{FF2B5EF4-FFF2-40B4-BE49-F238E27FC236}">
                <a16:creationId xmlns:a16="http://schemas.microsoft.com/office/drawing/2014/main" id="{8FCA6588-D985-17FE-5A77-85BA7AF00E8D}"/>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3149134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7D8A09-4435-53DC-CC7F-16B2A2816CD0}"/>
              </a:ext>
            </a:extLst>
          </p:cNvPr>
          <p:cNvSpPr>
            <a:spLocks noGrp="1"/>
          </p:cNvSpPr>
          <p:nvPr>
            <p:ph type="title"/>
          </p:nvPr>
        </p:nvSpPr>
        <p:spPr/>
        <p:txBody>
          <a:bodyPr/>
          <a:lstStyle/>
          <a:p>
            <a:r>
              <a:rPr lang="nl-NL"/>
              <a:t>Klik om stijl te bewerken</a:t>
            </a:r>
            <a:endParaRPr lang="en-US"/>
          </a:p>
        </p:txBody>
      </p:sp>
      <p:sp>
        <p:nvSpPr>
          <p:cNvPr id="3" name="Tijdelijke aanduiding voor datum 2">
            <a:extLst>
              <a:ext uri="{FF2B5EF4-FFF2-40B4-BE49-F238E27FC236}">
                <a16:creationId xmlns:a16="http://schemas.microsoft.com/office/drawing/2014/main" id="{344A4F8A-B835-0DD3-B803-5B28881AE249}"/>
              </a:ext>
            </a:extLst>
          </p:cNvPr>
          <p:cNvSpPr>
            <a:spLocks noGrp="1"/>
          </p:cNvSpPr>
          <p:nvPr>
            <p:ph type="dt" sz="half" idx="10"/>
          </p:nvPr>
        </p:nvSpPr>
        <p:spPr/>
        <p:txBody>
          <a:bodyPr/>
          <a:lstStyle/>
          <a:p>
            <a:fld id="{A5AC9D06-9C33-4CE6-ADFE-B0E1BE66C9EF}" type="datetime2">
              <a:rPr lang="en-GB" smtClean="0"/>
              <a:t>Tuesday, 13 January 2026</a:t>
            </a:fld>
            <a:endParaRPr lang="en-US"/>
          </a:p>
        </p:txBody>
      </p:sp>
      <p:sp>
        <p:nvSpPr>
          <p:cNvPr id="4" name="Tijdelijke aanduiding voor voettekst 3">
            <a:extLst>
              <a:ext uri="{FF2B5EF4-FFF2-40B4-BE49-F238E27FC236}">
                <a16:creationId xmlns:a16="http://schemas.microsoft.com/office/drawing/2014/main" id="{4B38DE46-7F8C-022A-BB4D-1262DDEDCB38}"/>
              </a:ext>
            </a:extLst>
          </p:cNvPr>
          <p:cNvSpPr>
            <a:spLocks noGrp="1"/>
          </p:cNvSpPr>
          <p:nvPr>
            <p:ph type="ftr" sz="quarter" idx="11"/>
          </p:nvPr>
        </p:nvSpPr>
        <p:spPr/>
        <p:txBody>
          <a:bodyPr/>
          <a:lstStyle/>
          <a:p>
            <a:r>
              <a:rPr lang="en-US"/>
              <a:t>&lt;Optional&gt;</a:t>
            </a:r>
          </a:p>
        </p:txBody>
      </p:sp>
      <p:sp>
        <p:nvSpPr>
          <p:cNvPr id="5" name="Tijdelijke aanduiding voor dianummer 4">
            <a:extLst>
              <a:ext uri="{FF2B5EF4-FFF2-40B4-BE49-F238E27FC236}">
                <a16:creationId xmlns:a16="http://schemas.microsoft.com/office/drawing/2014/main" id="{03994289-ADB4-5D0D-75D4-770865907CFC}"/>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1799004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235CA4D7-BAB2-B6F0-ABB2-FC76C8BC0BB5}"/>
              </a:ext>
            </a:extLst>
          </p:cNvPr>
          <p:cNvSpPr>
            <a:spLocks noGrp="1"/>
          </p:cNvSpPr>
          <p:nvPr>
            <p:ph type="dt" sz="half" idx="10"/>
          </p:nvPr>
        </p:nvSpPr>
        <p:spPr/>
        <p:txBody>
          <a:bodyPr/>
          <a:lstStyle/>
          <a:p>
            <a:fld id="{32399D37-85AD-4176-BAB7-E6DF63A7ADED}" type="datetime2">
              <a:rPr lang="en-GB" smtClean="0"/>
              <a:t>Tuesday, 13 January 2026</a:t>
            </a:fld>
            <a:endParaRPr lang="en-US"/>
          </a:p>
        </p:txBody>
      </p:sp>
      <p:sp>
        <p:nvSpPr>
          <p:cNvPr id="3" name="Tijdelijke aanduiding voor voettekst 2">
            <a:extLst>
              <a:ext uri="{FF2B5EF4-FFF2-40B4-BE49-F238E27FC236}">
                <a16:creationId xmlns:a16="http://schemas.microsoft.com/office/drawing/2014/main" id="{734CE70C-7753-BAE6-F425-D7BDC469DA35}"/>
              </a:ext>
            </a:extLst>
          </p:cNvPr>
          <p:cNvSpPr>
            <a:spLocks noGrp="1"/>
          </p:cNvSpPr>
          <p:nvPr>
            <p:ph type="ftr" sz="quarter" idx="11"/>
          </p:nvPr>
        </p:nvSpPr>
        <p:spPr/>
        <p:txBody>
          <a:bodyPr/>
          <a:lstStyle/>
          <a:p>
            <a:r>
              <a:rPr lang="en-US"/>
              <a:t>&lt;Optional&gt;</a:t>
            </a:r>
          </a:p>
        </p:txBody>
      </p:sp>
      <p:sp>
        <p:nvSpPr>
          <p:cNvPr id="4" name="Tijdelijke aanduiding voor dianummer 3">
            <a:extLst>
              <a:ext uri="{FF2B5EF4-FFF2-40B4-BE49-F238E27FC236}">
                <a16:creationId xmlns:a16="http://schemas.microsoft.com/office/drawing/2014/main" id="{97A07B10-0259-41A4-83DD-120A3F134289}"/>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206247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4350D4-8AF4-2A01-78DE-63A1BE749F06}"/>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US"/>
          </a:p>
        </p:txBody>
      </p:sp>
      <p:sp>
        <p:nvSpPr>
          <p:cNvPr id="3" name="Tijdelijke aanduiding voor inhoud 2">
            <a:extLst>
              <a:ext uri="{FF2B5EF4-FFF2-40B4-BE49-F238E27FC236}">
                <a16:creationId xmlns:a16="http://schemas.microsoft.com/office/drawing/2014/main" id="{2B78B7EE-F248-109F-F353-83F3816705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tekst 3">
            <a:extLst>
              <a:ext uri="{FF2B5EF4-FFF2-40B4-BE49-F238E27FC236}">
                <a16:creationId xmlns:a16="http://schemas.microsoft.com/office/drawing/2014/main" id="{79BE357F-76E2-91A4-A4CA-16D60E279A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7118C4CA-4B79-06EC-938F-EDA5BEBF66EB}"/>
              </a:ext>
            </a:extLst>
          </p:cNvPr>
          <p:cNvSpPr>
            <a:spLocks noGrp="1"/>
          </p:cNvSpPr>
          <p:nvPr>
            <p:ph type="dt" sz="half" idx="10"/>
          </p:nvPr>
        </p:nvSpPr>
        <p:spPr/>
        <p:txBody>
          <a:bodyPr/>
          <a:lstStyle/>
          <a:p>
            <a:fld id="{B0AB3EE0-6A2D-40C2-AB85-39FC17867CA8}" type="datetime2">
              <a:rPr lang="en-GB" smtClean="0"/>
              <a:t>Tuesday, 13 January 2026</a:t>
            </a:fld>
            <a:endParaRPr lang="en-US"/>
          </a:p>
        </p:txBody>
      </p:sp>
      <p:sp>
        <p:nvSpPr>
          <p:cNvPr id="6" name="Tijdelijke aanduiding voor voettekst 5">
            <a:extLst>
              <a:ext uri="{FF2B5EF4-FFF2-40B4-BE49-F238E27FC236}">
                <a16:creationId xmlns:a16="http://schemas.microsoft.com/office/drawing/2014/main" id="{89C26233-D25E-0938-A987-AE280B2C1232}"/>
              </a:ext>
            </a:extLst>
          </p:cNvPr>
          <p:cNvSpPr>
            <a:spLocks noGrp="1"/>
          </p:cNvSpPr>
          <p:nvPr>
            <p:ph type="ftr" sz="quarter" idx="11"/>
          </p:nvPr>
        </p:nvSpPr>
        <p:spPr/>
        <p:txBody>
          <a:bodyPr/>
          <a:lstStyle/>
          <a:p>
            <a:r>
              <a:rPr lang="en-US"/>
              <a:t>&lt;Optional&gt;</a:t>
            </a:r>
          </a:p>
        </p:txBody>
      </p:sp>
      <p:sp>
        <p:nvSpPr>
          <p:cNvPr id="7" name="Tijdelijke aanduiding voor dianummer 6">
            <a:extLst>
              <a:ext uri="{FF2B5EF4-FFF2-40B4-BE49-F238E27FC236}">
                <a16:creationId xmlns:a16="http://schemas.microsoft.com/office/drawing/2014/main" id="{0DBD44BD-D4AA-DE0C-46A9-EAAA7C6C2A73}"/>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169350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45AA6C6-B294-D122-8609-77A16E0F3903}"/>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US"/>
          </a:p>
        </p:txBody>
      </p:sp>
      <p:sp>
        <p:nvSpPr>
          <p:cNvPr id="3" name="Tijdelijke aanduiding voor afbeelding 2">
            <a:extLst>
              <a:ext uri="{FF2B5EF4-FFF2-40B4-BE49-F238E27FC236}">
                <a16:creationId xmlns:a16="http://schemas.microsoft.com/office/drawing/2014/main" id="{4AE1326A-6970-29A0-57BE-7C11AE7B16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ijdelijke aanduiding voor tekst 3">
            <a:extLst>
              <a:ext uri="{FF2B5EF4-FFF2-40B4-BE49-F238E27FC236}">
                <a16:creationId xmlns:a16="http://schemas.microsoft.com/office/drawing/2014/main" id="{A775A41C-C43D-7E42-856B-BB54881EA4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A2FE6A5A-AA9E-CE1B-6170-B266172105FF}"/>
              </a:ext>
            </a:extLst>
          </p:cNvPr>
          <p:cNvSpPr>
            <a:spLocks noGrp="1"/>
          </p:cNvSpPr>
          <p:nvPr>
            <p:ph type="dt" sz="half" idx="10"/>
          </p:nvPr>
        </p:nvSpPr>
        <p:spPr/>
        <p:txBody>
          <a:bodyPr/>
          <a:lstStyle/>
          <a:p>
            <a:fld id="{F55F9C17-AD83-4F0D-993E-3999B9B3CF2D}" type="datetime2">
              <a:rPr lang="en-GB" smtClean="0"/>
              <a:t>Tuesday, 13 January 2026</a:t>
            </a:fld>
            <a:endParaRPr lang="en-US"/>
          </a:p>
        </p:txBody>
      </p:sp>
      <p:sp>
        <p:nvSpPr>
          <p:cNvPr id="6" name="Tijdelijke aanduiding voor voettekst 5">
            <a:extLst>
              <a:ext uri="{FF2B5EF4-FFF2-40B4-BE49-F238E27FC236}">
                <a16:creationId xmlns:a16="http://schemas.microsoft.com/office/drawing/2014/main" id="{F5263BCA-B122-A06A-E2E9-FA8FBA88F9E7}"/>
              </a:ext>
            </a:extLst>
          </p:cNvPr>
          <p:cNvSpPr>
            <a:spLocks noGrp="1"/>
          </p:cNvSpPr>
          <p:nvPr>
            <p:ph type="ftr" sz="quarter" idx="11"/>
          </p:nvPr>
        </p:nvSpPr>
        <p:spPr/>
        <p:txBody>
          <a:bodyPr/>
          <a:lstStyle/>
          <a:p>
            <a:r>
              <a:rPr lang="en-US"/>
              <a:t>&lt;Optional&gt;</a:t>
            </a:r>
          </a:p>
        </p:txBody>
      </p:sp>
      <p:sp>
        <p:nvSpPr>
          <p:cNvPr id="7" name="Tijdelijke aanduiding voor dianummer 6">
            <a:extLst>
              <a:ext uri="{FF2B5EF4-FFF2-40B4-BE49-F238E27FC236}">
                <a16:creationId xmlns:a16="http://schemas.microsoft.com/office/drawing/2014/main" id="{CFF29369-A9F4-826B-DFAE-0956E9A151A1}"/>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3785348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2CED68-D9A1-A141-F8E0-C8BFE0DC541A}"/>
              </a:ext>
            </a:extLst>
          </p:cNvPr>
          <p:cNvSpPr>
            <a:spLocks noGrp="1"/>
          </p:cNvSpPr>
          <p:nvPr>
            <p:ph type="title"/>
          </p:nvPr>
        </p:nvSpPr>
        <p:spPr/>
        <p:txBody>
          <a:bodyPr/>
          <a:lstStyle/>
          <a:p>
            <a:r>
              <a:rPr lang="nl-NL"/>
              <a:t>Klik om stijl te bewerken</a:t>
            </a:r>
            <a:endParaRPr lang="en-US"/>
          </a:p>
        </p:txBody>
      </p:sp>
      <p:sp>
        <p:nvSpPr>
          <p:cNvPr id="3" name="Tijdelijke aanduiding voor verticale tekst 2">
            <a:extLst>
              <a:ext uri="{FF2B5EF4-FFF2-40B4-BE49-F238E27FC236}">
                <a16:creationId xmlns:a16="http://schemas.microsoft.com/office/drawing/2014/main" id="{9D1688EB-B007-4A4B-8D26-59AA386658E2}"/>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3">
            <a:extLst>
              <a:ext uri="{FF2B5EF4-FFF2-40B4-BE49-F238E27FC236}">
                <a16:creationId xmlns:a16="http://schemas.microsoft.com/office/drawing/2014/main" id="{189C0842-4CFA-AC84-74FE-A8A84C98213F}"/>
              </a:ext>
            </a:extLst>
          </p:cNvPr>
          <p:cNvSpPr>
            <a:spLocks noGrp="1"/>
          </p:cNvSpPr>
          <p:nvPr>
            <p:ph type="dt" sz="half" idx="10"/>
          </p:nvPr>
        </p:nvSpPr>
        <p:spPr/>
        <p:txBody>
          <a:bodyPr/>
          <a:lstStyle/>
          <a:p>
            <a:fld id="{B3C1D086-7F8C-41CE-9BE2-B9F17F0FD07B}" type="datetime2">
              <a:rPr lang="en-GB" smtClean="0"/>
              <a:t>Tuesday, 13 January 2026</a:t>
            </a:fld>
            <a:endParaRPr lang="en-US"/>
          </a:p>
        </p:txBody>
      </p:sp>
      <p:sp>
        <p:nvSpPr>
          <p:cNvPr id="5" name="Tijdelijke aanduiding voor voettekst 4">
            <a:extLst>
              <a:ext uri="{FF2B5EF4-FFF2-40B4-BE49-F238E27FC236}">
                <a16:creationId xmlns:a16="http://schemas.microsoft.com/office/drawing/2014/main" id="{3271C57A-2E79-4666-764D-F3253414F291}"/>
              </a:ext>
            </a:extLst>
          </p:cNvPr>
          <p:cNvSpPr>
            <a:spLocks noGrp="1"/>
          </p:cNvSpPr>
          <p:nvPr>
            <p:ph type="ftr" sz="quarter" idx="11"/>
          </p:nvPr>
        </p:nvSpPr>
        <p:spPr/>
        <p:txBody>
          <a:bodyPr/>
          <a:lstStyle/>
          <a:p>
            <a:r>
              <a:rPr lang="en-US"/>
              <a:t>&lt;Optional&gt;</a:t>
            </a:r>
          </a:p>
        </p:txBody>
      </p:sp>
      <p:sp>
        <p:nvSpPr>
          <p:cNvPr id="6" name="Tijdelijke aanduiding voor dianummer 5">
            <a:extLst>
              <a:ext uri="{FF2B5EF4-FFF2-40B4-BE49-F238E27FC236}">
                <a16:creationId xmlns:a16="http://schemas.microsoft.com/office/drawing/2014/main" id="{E23E41C7-EC8A-F975-9CBB-9E02F2664694}"/>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2488506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1B6DB01B-051E-D1BA-E8D4-8120A8E53D19}"/>
              </a:ext>
            </a:extLst>
          </p:cNvPr>
          <p:cNvSpPr>
            <a:spLocks noGrp="1"/>
          </p:cNvSpPr>
          <p:nvPr>
            <p:ph type="title" orient="vert"/>
          </p:nvPr>
        </p:nvSpPr>
        <p:spPr>
          <a:xfrm>
            <a:off x="8724900" y="365125"/>
            <a:ext cx="2628900" cy="5811838"/>
          </a:xfrm>
        </p:spPr>
        <p:txBody>
          <a:bodyPr vert="eaVert"/>
          <a:lstStyle/>
          <a:p>
            <a:r>
              <a:rPr lang="nl-NL"/>
              <a:t>Klik om stijl te bewerken</a:t>
            </a:r>
            <a:endParaRPr lang="en-US"/>
          </a:p>
        </p:txBody>
      </p:sp>
      <p:sp>
        <p:nvSpPr>
          <p:cNvPr id="3" name="Tijdelijke aanduiding voor verticale tekst 2">
            <a:extLst>
              <a:ext uri="{FF2B5EF4-FFF2-40B4-BE49-F238E27FC236}">
                <a16:creationId xmlns:a16="http://schemas.microsoft.com/office/drawing/2014/main" id="{489130E1-B5B7-F8EB-4361-56407BAE4F43}"/>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3">
            <a:extLst>
              <a:ext uri="{FF2B5EF4-FFF2-40B4-BE49-F238E27FC236}">
                <a16:creationId xmlns:a16="http://schemas.microsoft.com/office/drawing/2014/main" id="{A115F370-0EEC-7B27-2AFC-7D0B12D7E20E}"/>
              </a:ext>
            </a:extLst>
          </p:cNvPr>
          <p:cNvSpPr>
            <a:spLocks noGrp="1"/>
          </p:cNvSpPr>
          <p:nvPr>
            <p:ph type="dt" sz="half" idx="10"/>
          </p:nvPr>
        </p:nvSpPr>
        <p:spPr/>
        <p:txBody>
          <a:bodyPr/>
          <a:lstStyle/>
          <a:p>
            <a:fld id="{683C02CE-2B4F-4980-A46A-950DC4E21C51}" type="datetime2">
              <a:rPr lang="en-GB" smtClean="0"/>
              <a:t>Tuesday, 13 January 2026</a:t>
            </a:fld>
            <a:endParaRPr lang="en-US"/>
          </a:p>
        </p:txBody>
      </p:sp>
      <p:sp>
        <p:nvSpPr>
          <p:cNvPr id="5" name="Tijdelijke aanduiding voor voettekst 4">
            <a:extLst>
              <a:ext uri="{FF2B5EF4-FFF2-40B4-BE49-F238E27FC236}">
                <a16:creationId xmlns:a16="http://schemas.microsoft.com/office/drawing/2014/main" id="{34DA7CE4-3724-6914-1D9C-EC8CC2BA1918}"/>
              </a:ext>
            </a:extLst>
          </p:cNvPr>
          <p:cNvSpPr>
            <a:spLocks noGrp="1"/>
          </p:cNvSpPr>
          <p:nvPr>
            <p:ph type="ftr" sz="quarter" idx="11"/>
          </p:nvPr>
        </p:nvSpPr>
        <p:spPr/>
        <p:txBody>
          <a:bodyPr/>
          <a:lstStyle/>
          <a:p>
            <a:r>
              <a:rPr lang="en-US"/>
              <a:t>&lt;Optional&gt;</a:t>
            </a:r>
          </a:p>
        </p:txBody>
      </p:sp>
      <p:sp>
        <p:nvSpPr>
          <p:cNvPr id="6" name="Tijdelijke aanduiding voor dianummer 5">
            <a:extLst>
              <a:ext uri="{FF2B5EF4-FFF2-40B4-BE49-F238E27FC236}">
                <a16:creationId xmlns:a16="http://schemas.microsoft.com/office/drawing/2014/main" id="{C39A8564-04DA-60DE-CF0B-D546AA83336C}"/>
              </a:ext>
            </a:extLst>
          </p:cNvPr>
          <p:cNvSpPr>
            <a:spLocks noGrp="1"/>
          </p:cNvSpPr>
          <p:nvPr>
            <p:ph type="sldNum" sz="quarter" idx="12"/>
          </p:nvPr>
        </p:nvSpPr>
        <p:spPr/>
        <p:txBody>
          <a:bodyPr/>
          <a:lstStyle/>
          <a:p>
            <a:fld id="{540D30BB-311D-412E-BC25-9B1E661ADE19}" type="slidenum">
              <a:rPr lang="en-US" smtClean="0"/>
              <a:t>‹#›</a:t>
            </a:fld>
            <a:endParaRPr lang="en-US"/>
          </a:p>
        </p:txBody>
      </p:sp>
    </p:spTree>
    <p:extLst>
      <p:ext uri="{BB962C8B-B14F-4D97-AF65-F5344CB8AC3E}">
        <p14:creationId xmlns:p14="http://schemas.microsoft.com/office/powerpoint/2010/main" val="4221732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ONE COLUM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jdelijke aanduiding voor datum 5">
            <a:extLst>
              <a:ext uri="{FF2B5EF4-FFF2-40B4-BE49-F238E27FC236}">
                <a16:creationId xmlns:a16="http://schemas.microsoft.com/office/drawing/2014/main" id="{AD68268A-8F62-4D41-92A6-869CF171E8BE}"/>
              </a:ext>
            </a:extLst>
          </p:cNvPr>
          <p:cNvSpPr>
            <a:spLocks noGrp="1"/>
          </p:cNvSpPr>
          <p:nvPr>
            <p:ph type="dt" sz="half" idx="10"/>
          </p:nvPr>
        </p:nvSpPr>
        <p:spPr>
          <a:xfrm>
            <a:off x="1642531" y="6356350"/>
            <a:ext cx="2370670" cy="365125"/>
          </a:xfrm>
          <a:prstGeom prst="rect">
            <a:avLst/>
          </a:prstGeom>
        </p:spPr>
        <p:txBody>
          <a:bodyPr/>
          <a:lstStyle/>
          <a:p>
            <a:fld id="{081F862F-2803-4AB3-9A92-E8F2B827EC7D}" type="datetime2">
              <a:rPr lang="en-GB" noProof="0" smtClean="0"/>
              <a:t>Tuesday, 13 January 2026</a:t>
            </a:fld>
            <a:endParaRPr lang="en-GB" noProof="0"/>
          </a:p>
        </p:txBody>
      </p:sp>
      <p:sp>
        <p:nvSpPr>
          <p:cNvPr id="7" name="Tijdelijke aanduiding voor voettekst 6">
            <a:extLst>
              <a:ext uri="{FF2B5EF4-FFF2-40B4-BE49-F238E27FC236}">
                <a16:creationId xmlns:a16="http://schemas.microsoft.com/office/drawing/2014/main" id="{691EF1DB-EC09-3B46-BCC5-40D93BB35486}"/>
              </a:ext>
            </a:extLst>
          </p:cNvPr>
          <p:cNvSpPr>
            <a:spLocks noGrp="1"/>
          </p:cNvSpPr>
          <p:nvPr>
            <p:ph type="ftr" sz="quarter" idx="11"/>
          </p:nvPr>
        </p:nvSpPr>
        <p:spPr>
          <a:xfrm>
            <a:off x="6011334" y="6356350"/>
            <a:ext cx="3378200" cy="365125"/>
          </a:xfrm>
          <a:prstGeom prst="rect">
            <a:avLst/>
          </a:prstGeom>
        </p:spPr>
        <p:txBody>
          <a:bodyPr/>
          <a:lstStyle>
            <a:lvl1pPr algn="l">
              <a:defRPr/>
            </a:lvl1pPr>
          </a:lstStyle>
          <a:p>
            <a:r>
              <a:rPr lang="en-GB" noProof="0"/>
              <a:t>&lt;Optional&gt;</a:t>
            </a:r>
          </a:p>
        </p:txBody>
      </p:sp>
      <p:sp>
        <p:nvSpPr>
          <p:cNvPr id="8" name="Tijdelijke aanduiding voor dianummer 7">
            <a:extLst>
              <a:ext uri="{FF2B5EF4-FFF2-40B4-BE49-F238E27FC236}">
                <a16:creationId xmlns:a16="http://schemas.microsoft.com/office/drawing/2014/main" id="{537C85A3-7741-9746-9E02-289218801E2A}"/>
              </a:ext>
            </a:extLst>
          </p:cNvPr>
          <p:cNvSpPr>
            <a:spLocks noGrp="1"/>
          </p:cNvSpPr>
          <p:nvPr>
            <p:ph type="sldNum" sz="quarter" idx="12"/>
          </p:nvPr>
        </p:nvSpPr>
        <p:spPr>
          <a:xfrm>
            <a:off x="592117" y="6356350"/>
            <a:ext cx="610150" cy="365125"/>
          </a:xfrm>
          <a:prstGeom prst="rect">
            <a:avLst/>
          </a:prstGeom>
        </p:spPr>
        <p:txBody>
          <a:bodyPr/>
          <a:lstStyle/>
          <a:p>
            <a:fld id="{AA6C878E-6624-8940-965B-E61AF946BCDB}" type="slidenum">
              <a:rPr lang="en-GB" noProof="0" smtClean="0"/>
              <a:t>‹#›</a:t>
            </a:fld>
            <a:endParaRPr lang="en-GB" noProof="0"/>
          </a:p>
        </p:txBody>
      </p:sp>
      <p:sp>
        <p:nvSpPr>
          <p:cNvPr id="13" name="Tijdelijke aanduiding voor inhoud 2">
            <a:extLst>
              <a:ext uri="{FF2B5EF4-FFF2-40B4-BE49-F238E27FC236}">
                <a16:creationId xmlns:a16="http://schemas.microsoft.com/office/drawing/2014/main" id="{1268AB72-F30A-4844-AFAE-20251F3B1D85}"/>
              </a:ext>
            </a:extLst>
          </p:cNvPr>
          <p:cNvSpPr>
            <a:spLocks noGrp="1"/>
          </p:cNvSpPr>
          <p:nvPr>
            <p:ph sz="quarter" idx="15" hasCustomPrompt="1"/>
          </p:nvPr>
        </p:nvSpPr>
        <p:spPr>
          <a:xfrm>
            <a:off x="537882" y="1471381"/>
            <a:ext cx="11144922" cy="4154984"/>
          </a:xfrm>
          <a:prstGeom prst="rect">
            <a:avLst/>
          </a:prstGeom>
        </p:spPr>
        <p:txBody>
          <a:bodyPr>
            <a:noAutofit/>
          </a:bodyPr>
          <a:lstStyle>
            <a:lvl1pPr marL="198900" indent="-198900">
              <a:buClr>
                <a:srgbClr val="EE731A"/>
              </a:buClr>
              <a:buFont typeface="Arial" panose="020B0604020202020204" pitchFamily="34" charset="0"/>
              <a:buChar char="•"/>
              <a:defRPr sz="2100" baseline="0">
                <a:solidFill>
                  <a:schemeClr val="tx1"/>
                </a:solidFill>
              </a:defRPr>
            </a:lvl1pPr>
          </a:lstStyle>
          <a:p>
            <a:r>
              <a:rPr lang="en-GB" noProof="0"/>
              <a:t>Text
Text
Text
Text
Text</a:t>
            </a:r>
          </a:p>
          <a:p>
            <a:r>
              <a:rPr lang="en-GB" noProof="0"/>
              <a:t>Text</a:t>
            </a:r>
          </a:p>
          <a:p>
            <a:r>
              <a:rPr lang="en-GB" noProof="0"/>
              <a:t>Text
Text</a:t>
            </a:r>
          </a:p>
          <a:p>
            <a:r>
              <a:rPr lang="en-GB" noProof="0"/>
              <a:t>Text</a:t>
            </a:r>
          </a:p>
          <a:p>
            <a:r>
              <a:rPr lang="en-GB" noProof="0"/>
              <a:t>Text</a:t>
            </a:r>
          </a:p>
        </p:txBody>
      </p:sp>
      <p:sp>
        <p:nvSpPr>
          <p:cNvPr id="14" name="Titel 18">
            <a:extLst>
              <a:ext uri="{FF2B5EF4-FFF2-40B4-BE49-F238E27FC236}">
                <a16:creationId xmlns:a16="http://schemas.microsoft.com/office/drawing/2014/main" id="{688B96DB-3A09-5D41-96EB-01A013AF8F16}"/>
              </a:ext>
            </a:extLst>
          </p:cNvPr>
          <p:cNvSpPr>
            <a:spLocks noGrp="1"/>
          </p:cNvSpPr>
          <p:nvPr>
            <p:ph type="title"/>
          </p:nvPr>
        </p:nvSpPr>
        <p:spPr>
          <a:xfrm>
            <a:off x="537882" y="412477"/>
            <a:ext cx="11144922" cy="867684"/>
          </a:xfrm>
          <a:prstGeom prst="rect">
            <a:avLst/>
          </a:prstGeom>
        </p:spPr>
        <p:txBody>
          <a:bodyPr/>
          <a:lstStyle/>
          <a:p>
            <a:r>
              <a:rPr lang="en-US" noProof="0"/>
              <a:t>Click to edit Master title style</a:t>
            </a:r>
            <a:endParaRPr lang="en-GB" noProof="0"/>
          </a:p>
        </p:txBody>
      </p:sp>
    </p:spTree>
    <p:extLst>
      <p:ext uri="{BB962C8B-B14F-4D97-AF65-F5344CB8AC3E}">
        <p14:creationId xmlns:p14="http://schemas.microsoft.com/office/powerpoint/2010/main" val="5635517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543">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with images">
    <p:bg>
      <p:bgPr>
        <a:solidFill>
          <a:srgbClr val="E2F1FC"/>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95F6850-D164-254A-8860-8A551BA94413}"/>
              </a:ext>
            </a:extLst>
          </p:cNvPr>
          <p:cNvPicPr>
            <a:picLocks noChangeAspect="1"/>
          </p:cNvPicPr>
          <p:nvPr userDrawn="1"/>
        </p:nvPicPr>
        <p:blipFill>
          <a:blip r:embed="rId2"/>
          <a:stretch>
            <a:fillRect/>
          </a:stretch>
        </p:blipFill>
        <p:spPr>
          <a:xfrm>
            <a:off x="3504" y="0"/>
            <a:ext cx="12188496" cy="6858000"/>
          </a:xfrm>
          <a:prstGeom prst="rect">
            <a:avLst/>
          </a:prstGeom>
        </p:spPr>
      </p:pic>
      <p:sp>
        <p:nvSpPr>
          <p:cNvPr id="6" name="Title 5">
            <a:extLst>
              <a:ext uri="{FF2B5EF4-FFF2-40B4-BE49-F238E27FC236}">
                <a16:creationId xmlns:a16="http://schemas.microsoft.com/office/drawing/2014/main" id="{BE0B0A0E-432C-E84D-A6C3-15684529DA92}"/>
              </a:ext>
            </a:extLst>
          </p:cNvPr>
          <p:cNvSpPr>
            <a:spLocks noGrp="1"/>
          </p:cNvSpPr>
          <p:nvPr>
            <p:ph type="title" hasCustomPrompt="1"/>
          </p:nvPr>
        </p:nvSpPr>
        <p:spPr>
          <a:xfrm>
            <a:off x="1559985" y="24267"/>
            <a:ext cx="9336616" cy="1091880"/>
          </a:xfrm>
        </p:spPr>
        <p:txBody>
          <a:bodyPr/>
          <a:lstStyle/>
          <a:p>
            <a:r>
              <a:rPr lang="en-GB" noProof="0"/>
              <a:t>Title one line</a:t>
            </a:r>
          </a:p>
        </p:txBody>
      </p:sp>
      <p:sp>
        <p:nvSpPr>
          <p:cNvPr id="8" name="Content Placeholder 7">
            <a:extLst>
              <a:ext uri="{FF2B5EF4-FFF2-40B4-BE49-F238E27FC236}">
                <a16:creationId xmlns:a16="http://schemas.microsoft.com/office/drawing/2014/main" id="{4F4860E1-64F3-7E48-AA60-BB896487396F}"/>
              </a:ext>
            </a:extLst>
          </p:cNvPr>
          <p:cNvSpPr>
            <a:spLocks noGrp="1"/>
          </p:cNvSpPr>
          <p:nvPr>
            <p:ph sz="quarter" idx="17" hasCustomPrompt="1"/>
          </p:nvPr>
        </p:nvSpPr>
        <p:spPr>
          <a:xfrm>
            <a:off x="1560000" y="1436995"/>
            <a:ext cx="4536000" cy="4583992"/>
          </a:xfrm>
        </p:spPr>
        <p:txBody>
          <a:bodyPr/>
          <a:lstStyle/>
          <a:p>
            <a:pPr lvl="0"/>
            <a:r>
              <a:rPr lang="en-GB" noProof="0"/>
              <a:t>Text</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Content Placeholder 2">
            <a:extLst>
              <a:ext uri="{FF2B5EF4-FFF2-40B4-BE49-F238E27FC236}">
                <a16:creationId xmlns:a16="http://schemas.microsoft.com/office/drawing/2014/main" id="{EF248606-2954-9F46-8105-2E84A6CBB096}"/>
              </a:ext>
            </a:extLst>
          </p:cNvPr>
          <p:cNvSpPr>
            <a:spLocks noGrp="1"/>
          </p:cNvSpPr>
          <p:nvPr>
            <p:ph sz="quarter" idx="18" hasCustomPrompt="1"/>
          </p:nvPr>
        </p:nvSpPr>
        <p:spPr>
          <a:xfrm>
            <a:off x="6336776" y="1442969"/>
            <a:ext cx="4559824" cy="4583992"/>
          </a:xfrm>
        </p:spPr>
        <p:txBody>
          <a:bodyPr/>
          <a:lstStyle/>
          <a:p>
            <a:pPr lvl="0"/>
            <a:r>
              <a:rPr lang="en-GB" noProof="0"/>
              <a:t>Text</a:t>
            </a:r>
          </a:p>
          <a:p>
            <a:pPr lvl="1"/>
            <a:r>
              <a:rPr lang="en-GB" noProof="0"/>
              <a:t>Second level</a:t>
            </a:r>
          </a:p>
          <a:p>
            <a:pPr lvl="2"/>
            <a:r>
              <a:rPr lang="en-GB" noProof="0"/>
              <a:t>Third level</a:t>
            </a:r>
          </a:p>
          <a:p>
            <a:pPr lvl="3"/>
            <a:r>
              <a:rPr lang="en-GB" noProof="0"/>
              <a:t>Fourth level</a:t>
            </a:r>
          </a:p>
          <a:p>
            <a:pPr lvl="4"/>
            <a:r>
              <a:rPr lang="en-GB" noProof="0"/>
              <a:t>Fifth level</a:t>
            </a:r>
          </a:p>
        </p:txBody>
      </p:sp>
      <p:cxnSp>
        <p:nvCxnSpPr>
          <p:cNvPr id="11" name="Straight Connector 10">
            <a:extLst>
              <a:ext uri="{FF2B5EF4-FFF2-40B4-BE49-F238E27FC236}">
                <a16:creationId xmlns:a16="http://schemas.microsoft.com/office/drawing/2014/main" id="{94920172-B76C-5A46-A28E-06AEF38BC383}"/>
              </a:ext>
            </a:extLst>
          </p:cNvPr>
          <p:cNvCxnSpPr>
            <a:cxnSpLocks/>
          </p:cNvCxnSpPr>
          <p:nvPr userDrawn="1"/>
        </p:nvCxnSpPr>
        <p:spPr>
          <a:xfrm>
            <a:off x="1559985" y="1199815"/>
            <a:ext cx="10632017" cy="0"/>
          </a:xfrm>
          <a:prstGeom prst="line">
            <a:avLst/>
          </a:prstGeom>
          <a:ln w="12700">
            <a:gradFill>
              <a:gsLst>
                <a:gs pos="0">
                  <a:schemeClr val="accent1">
                    <a:lumMod val="100000"/>
                  </a:schemeClr>
                </a:gs>
                <a:gs pos="90000">
                  <a:schemeClr val="accent1">
                    <a:lumMod val="100000"/>
                  </a:schemeClr>
                </a:gs>
                <a:gs pos="100000">
                  <a:schemeClr val="accent1">
                    <a:alpha val="0"/>
                    <a:lumMod val="100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10" name="Slide Number Placeholder 8">
            <a:extLst>
              <a:ext uri="{FF2B5EF4-FFF2-40B4-BE49-F238E27FC236}">
                <a16:creationId xmlns:a16="http://schemas.microsoft.com/office/drawing/2014/main" id="{66536085-4539-9342-8D37-26A7E300D0CB}"/>
              </a:ext>
            </a:extLst>
          </p:cNvPr>
          <p:cNvSpPr>
            <a:spLocks noGrp="1"/>
          </p:cNvSpPr>
          <p:nvPr>
            <p:ph type="sldNum" sz="quarter" idx="12"/>
          </p:nvPr>
        </p:nvSpPr>
        <p:spPr>
          <a:xfrm>
            <a:off x="1445235" y="6284049"/>
            <a:ext cx="1401955" cy="370936"/>
          </a:xfrm>
          <a:prstGeom prst="rect">
            <a:avLst/>
          </a:prstGeom>
        </p:spPr>
        <p:txBody>
          <a:bodyPr/>
          <a:lstStyle>
            <a:lvl1pPr algn="l">
              <a:defRPr sz="2400"/>
            </a:lvl1pPr>
          </a:lstStyle>
          <a:p>
            <a:fld id="{993221B0-C4CD-1546-9E62-A4249094014D}" type="slidenum">
              <a:rPr lang="en-GB" smtClean="0"/>
              <a:pPr/>
              <a:t>‹#›</a:t>
            </a:fld>
            <a:endParaRPr lang="en-GB"/>
          </a:p>
        </p:txBody>
      </p:sp>
      <p:pic>
        <p:nvPicPr>
          <p:cNvPr id="12" name="Graphic 11">
            <a:extLst>
              <a:ext uri="{FF2B5EF4-FFF2-40B4-BE49-F238E27FC236}">
                <a16:creationId xmlns:a16="http://schemas.microsoft.com/office/drawing/2014/main" id="{CB2FAEF3-C7E5-D74A-81E3-E066792495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557934" y="6319973"/>
            <a:ext cx="1338237" cy="432193"/>
          </a:xfrm>
          <a:prstGeom prst="rect">
            <a:avLst/>
          </a:prstGeom>
        </p:spPr>
      </p:pic>
    </p:spTree>
    <p:extLst>
      <p:ext uri="{BB962C8B-B14F-4D97-AF65-F5344CB8AC3E}">
        <p14:creationId xmlns:p14="http://schemas.microsoft.com/office/powerpoint/2010/main" val="962379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FC8A3410-F5C9-41D7-FCAF-9583011AE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en-US"/>
          </a:p>
        </p:txBody>
      </p:sp>
      <p:sp>
        <p:nvSpPr>
          <p:cNvPr id="3" name="Tijdelijke aanduiding voor tekst 2">
            <a:extLst>
              <a:ext uri="{FF2B5EF4-FFF2-40B4-BE49-F238E27FC236}">
                <a16:creationId xmlns:a16="http://schemas.microsoft.com/office/drawing/2014/main" id="{668E6CC8-0788-DB87-2A29-2F06B90D22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ijdelijke aanduiding voor datum 3">
            <a:extLst>
              <a:ext uri="{FF2B5EF4-FFF2-40B4-BE49-F238E27FC236}">
                <a16:creationId xmlns:a16="http://schemas.microsoft.com/office/drawing/2014/main" id="{A34621CE-660A-DE26-5FF1-E369FEA9D9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23704D-4E8F-4729-A110-5FB143A3A2C2}" type="datetime2">
              <a:rPr lang="en-GB" smtClean="0"/>
              <a:t>Tuesday, 13 January 2026</a:t>
            </a:fld>
            <a:endParaRPr lang="en-US"/>
          </a:p>
        </p:txBody>
      </p:sp>
      <p:sp>
        <p:nvSpPr>
          <p:cNvPr id="5" name="Tijdelijke aanduiding voor voettekst 4">
            <a:extLst>
              <a:ext uri="{FF2B5EF4-FFF2-40B4-BE49-F238E27FC236}">
                <a16:creationId xmlns:a16="http://schemas.microsoft.com/office/drawing/2014/main" id="{2AFDF431-A893-0E76-9377-5FF4DFD67F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&lt;Optional&gt;</a:t>
            </a:r>
          </a:p>
        </p:txBody>
      </p:sp>
      <p:sp>
        <p:nvSpPr>
          <p:cNvPr id="6" name="Tijdelijke aanduiding voor dianummer 5">
            <a:extLst>
              <a:ext uri="{FF2B5EF4-FFF2-40B4-BE49-F238E27FC236}">
                <a16:creationId xmlns:a16="http://schemas.microsoft.com/office/drawing/2014/main" id="{31B6D18E-1213-AF07-7700-8546B99811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0D30BB-311D-412E-BC25-9B1E661ADE19}" type="slidenum">
              <a:rPr lang="en-US" smtClean="0"/>
              <a:t>‹#›</a:t>
            </a:fld>
            <a:endParaRPr lang="en-US"/>
          </a:p>
        </p:txBody>
      </p:sp>
    </p:spTree>
    <p:extLst>
      <p:ext uri="{BB962C8B-B14F-4D97-AF65-F5344CB8AC3E}">
        <p14:creationId xmlns:p14="http://schemas.microsoft.com/office/powerpoint/2010/main" val="260842999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5" r:id="rId12"/>
    <p:sldLayoutId id="214748367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3C8EA37-31F5-69D8-7DA1-051AC137ED44}"/>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pic>
        <p:nvPicPr>
          <p:cNvPr id="9" name="Picture 8">
            <a:extLst>
              <a:ext uri="{FF2B5EF4-FFF2-40B4-BE49-F238E27FC236}">
                <a16:creationId xmlns:a16="http://schemas.microsoft.com/office/drawing/2014/main" id="{E2DB4B0E-364D-5904-73E5-6C6754CFACF8}"/>
              </a:ext>
            </a:extLst>
          </p:cNvPr>
          <p:cNvPicPr>
            <a:picLocks noChangeAspect="1"/>
          </p:cNvPicPr>
          <p:nvPr/>
        </p:nvPicPr>
        <p:blipFill>
          <a:blip r:embed="rId2"/>
          <a:stretch>
            <a:fillRect/>
          </a:stretch>
        </p:blipFill>
        <p:spPr>
          <a:xfrm>
            <a:off x="4290338" y="348560"/>
            <a:ext cx="3452427" cy="2888005"/>
          </a:xfrm>
          <a:prstGeom prst="rect">
            <a:avLst/>
          </a:prstGeom>
        </p:spPr>
      </p:pic>
      <p:sp>
        <p:nvSpPr>
          <p:cNvPr id="11" name="Subtitle 2">
            <a:extLst>
              <a:ext uri="{FF2B5EF4-FFF2-40B4-BE49-F238E27FC236}">
                <a16:creationId xmlns:a16="http://schemas.microsoft.com/office/drawing/2014/main" id="{0F7266EF-16FA-1EB5-945D-BA2160B9CF19}"/>
              </a:ext>
            </a:extLst>
          </p:cNvPr>
          <p:cNvSpPr txBox="1">
            <a:spLocks/>
          </p:cNvSpPr>
          <p:nvPr/>
        </p:nvSpPr>
        <p:spPr>
          <a:xfrm>
            <a:off x="225086" y="3480051"/>
            <a:ext cx="11582933" cy="1362270"/>
          </a:xfrm>
          <a:prstGeom prst="rect">
            <a:avLst/>
          </a:prstGeom>
          <a:noFill/>
        </p:spPr>
        <p:txBody>
          <a:bodyPr anchor="ct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4800" b="1" dirty="0" err="1">
                <a:solidFill>
                  <a:schemeClr val="accent1">
                    <a:lumMod val="50000"/>
                  </a:schemeClr>
                </a:solidFill>
              </a:rPr>
              <a:t>BeltApp</a:t>
            </a:r>
            <a:r>
              <a:rPr lang="en-US" sz="4800" b="1" dirty="0">
                <a:solidFill>
                  <a:schemeClr val="accent1">
                    <a:lumMod val="50000"/>
                  </a:schemeClr>
                </a:solidFill>
              </a:rPr>
              <a:t> skin conductance data cleaning manual</a:t>
            </a:r>
            <a:endParaRPr lang="en-US" sz="4800" dirty="0">
              <a:solidFill>
                <a:schemeClr val="accent1">
                  <a:lumMod val="50000"/>
                </a:schemeClr>
              </a:solidFill>
            </a:endParaRPr>
          </a:p>
        </p:txBody>
      </p:sp>
      <p:sp>
        <p:nvSpPr>
          <p:cNvPr id="4" name="TextBox 3">
            <a:extLst>
              <a:ext uri="{FF2B5EF4-FFF2-40B4-BE49-F238E27FC236}">
                <a16:creationId xmlns:a16="http://schemas.microsoft.com/office/drawing/2014/main" id="{26288278-916F-FAFA-5CB4-42AC689B68B2}"/>
              </a:ext>
            </a:extLst>
          </p:cNvPr>
          <p:cNvSpPr txBox="1"/>
          <p:nvPr/>
        </p:nvSpPr>
        <p:spPr>
          <a:xfrm>
            <a:off x="7304314" y="6316924"/>
            <a:ext cx="3145972" cy="461665"/>
          </a:xfrm>
          <a:prstGeom prst="rect">
            <a:avLst/>
          </a:prstGeom>
          <a:noFill/>
        </p:spPr>
        <p:txBody>
          <a:bodyPr wrap="square">
            <a:spAutoFit/>
          </a:bodyPr>
          <a:lstStyle/>
          <a:p>
            <a:r>
              <a:rPr lang="en-US" sz="2400" b="1" dirty="0">
                <a:solidFill>
                  <a:schemeClr val="bg1"/>
                </a:solidFill>
                <a:latin typeface="Book Antiqua" panose="02040602050305030304" pitchFamily="18" charset="0"/>
                <a:ea typeface="Calibri" panose="020F0502020204030204" pitchFamily="34" charset="0"/>
                <a:cs typeface="Calibri" panose="020F0502020204030204" pitchFamily="34" charset="0"/>
              </a:rPr>
              <a:t>The Experience Lab</a:t>
            </a:r>
            <a:endParaRPr lang="en-US" sz="2400" dirty="0">
              <a:solidFill>
                <a:schemeClr val="bg1"/>
              </a:solidFill>
              <a:latin typeface="Book Antiqua" panose="02040602050305030304" pitchFamily="18" charset="0"/>
            </a:endParaRPr>
          </a:p>
        </p:txBody>
      </p:sp>
      <p:sp>
        <p:nvSpPr>
          <p:cNvPr id="5" name="Slide Number Placeholder 4">
            <a:extLst>
              <a:ext uri="{FF2B5EF4-FFF2-40B4-BE49-F238E27FC236}">
                <a16:creationId xmlns:a16="http://schemas.microsoft.com/office/drawing/2014/main" id="{16C57061-9596-1574-86F6-CB35FAA67818}"/>
              </a:ext>
            </a:extLst>
          </p:cNvPr>
          <p:cNvSpPr>
            <a:spLocks noGrp="1"/>
          </p:cNvSpPr>
          <p:nvPr>
            <p:ph type="sldNum" sz="quarter" idx="12"/>
          </p:nvPr>
        </p:nvSpPr>
        <p:spPr/>
        <p:txBody>
          <a:bodyPr/>
          <a:lstStyle/>
          <a:p>
            <a:fld id="{AA6C878E-6624-8940-965B-E61AF946BCDB}" type="slidenum">
              <a:rPr lang="en-GB" noProof="0" smtClean="0"/>
              <a:t>1</a:t>
            </a:fld>
            <a:endParaRPr lang="en-GB" noProof="0"/>
          </a:p>
        </p:txBody>
      </p:sp>
    </p:spTree>
    <p:extLst>
      <p:ext uri="{BB962C8B-B14F-4D97-AF65-F5344CB8AC3E}">
        <p14:creationId xmlns:p14="http://schemas.microsoft.com/office/powerpoint/2010/main" val="2807385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3631E-21BC-69BB-3A61-73182AD944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8D50FE7-1D49-273D-A3BE-EB5C77BC5BBD}"/>
              </a:ext>
            </a:extLst>
          </p:cNvPr>
          <p:cNvSpPr>
            <a:spLocks noGrp="1"/>
          </p:cNvSpPr>
          <p:nvPr>
            <p:ph type="title"/>
          </p:nvPr>
        </p:nvSpPr>
        <p:spPr>
          <a:xfrm>
            <a:off x="1559984" y="24267"/>
            <a:ext cx="10632015" cy="1091880"/>
          </a:xfrm>
        </p:spPr>
        <p:txBody>
          <a:bodyPr anchor="b">
            <a:noAutofit/>
          </a:bodyPr>
          <a:lstStyle/>
          <a:p>
            <a:r>
              <a:rPr lang="en-US" sz="2400" b="1" dirty="0" err="1">
                <a:latin typeface="+mn-lt"/>
              </a:rPr>
              <a:t>BeltApp</a:t>
            </a:r>
            <a:r>
              <a:rPr lang="en-US" sz="2400" b="1" dirty="0">
                <a:latin typeface="+mn-lt"/>
              </a:rPr>
              <a:t> skin conductance </a:t>
            </a:r>
            <a:r>
              <a:rPr lang="en-US" sz="2400" b="1" dirty="0">
                <a:latin typeface="+mn-lt"/>
                <a:ea typeface="+mn-ea"/>
                <a:cs typeface="+mn-cs"/>
              </a:rPr>
              <a:t>data</a:t>
            </a:r>
            <a:r>
              <a:rPr lang="en-US" sz="2400" b="1" dirty="0">
                <a:latin typeface="+mn-lt"/>
              </a:rPr>
              <a:t> cleaning manual</a:t>
            </a:r>
            <a:endParaRPr lang="en-US" sz="2400" b="1" dirty="0">
              <a:latin typeface="+mn-lt"/>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7F268A7-1D52-C816-C2AB-3EF7746B63FE}"/>
              </a:ext>
            </a:extLst>
          </p:cNvPr>
          <p:cNvSpPr txBox="1">
            <a:spLocks noGrp="1" noRot="1" noMove="1" noResize="1" noEditPoints="1" noAdjustHandles="1" noChangeArrowheads="1" noChangeShapeType="1"/>
          </p:cNvSpPr>
          <p:nvPr/>
        </p:nvSpPr>
        <p:spPr>
          <a:xfrm>
            <a:off x="7304314" y="6316924"/>
            <a:ext cx="3145972" cy="461665"/>
          </a:xfrm>
          <a:prstGeom prst="rect">
            <a:avLst/>
          </a:prstGeom>
          <a:noFill/>
        </p:spPr>
        <p:txBody>
          <a:bodyPr wrap="square">
            <a:spAutoFit/>
          </a:bodyPr>
          <a:lstStyle/>
          <a:p>
            <a:r>
              <a:rPr lang="en-US" sz="2400" b="1" dirty="0">
                <a:solidFill>
                  <a:schemeClr val="bg1"/>
                </a:solidFill>
                <a:latin typeface="Book Antiqua" panose="02040602050305030304" pitchFamily="18" charset="0"/>
                <a:ea typeface="Calibri" panose="020F0502020204030204" pitchFamily="34" charset="0"/>
                <a:cs typeface="Calibri" panose="020F0502020204030204" pitchFamily="34" charset="0"/>
              </a:rPr>
              <a:t>The Experience Lab</a:t>
            </a:r>
            <a:endParaRPr lang="en-US" sz="2400" dirty="0">
              <a:solidFill>
                <a:schemeClr val="bg1"/>
              </a:solidFill>
              <a:latin typeface="Book Antiqua" panose="02040602050305030304" pitchFamily="18" charset="0"/>
            </a:endParaRPr>
          </a:p>
        </p:txBody>
      </p:sp>
      <p:cxnSp>
        <p:nvCxnSpPr>
          <p:cNvPr id="5" name="Straight Connector 4">
            <a:extLst>
              <a:ext uri="{FF2B5EF4-FFF2-40B4-BE49-F238E27FC236}">
                <a16:creationId xmlns:a16="http://schemas.microsoft.com/office/drawing/2014/main" id="{2D539D53-3673-6A03-82DA-AD2017D4DC52}"/>
              </a:ext>
            </a:extLst>
          </p:cNvPr>
          <p:cNvCxnSpPr>
            <a:cxnSpLocks noGrp="1" noRot="1" noMove="1" noResize="1" noEditPoints="1" noAdjustHandles="1" noChangeArrowheads="1" noChangeShapeType="1"/>
          </p:cNvCxnSpPr>
          <p:nvPr/>
        </p:nvCxnSpPr>
        <p:spPr>
          <a:xfrm>
            <a:off x="10348309" y="6237514"/>
            <a:ext cx="0" cy="62048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CB64FA4-15B2-D7FD-80D7-38B997B4FF61}"/>
              </a:ext>
            </a:extLst>
          </p:cNvPr>
          <p:cNvSpPr txBox="1"/>
          <p:nvPr/>
        </p:nvSpPr>
        <p:spPr>
          <a:xfrm>
            <a:off x="1889125" y="1361023"/>
            <a:ext cx="6102350" cy="3604192"/>
          </a:xfrm>
          <a:prstGeom prst="rect">
            <a:avLst/>
          </a:prstGeom>
          <a:noFill/>
        </p:spPr>
        <p:txBody>
          <a:bodyPr wrap="square">
            <a:spAutoFit/>
          </a:bodyPr>
          <a:lstStyle/>
          <a:p>
            <a:r>
              <a:rPr lang="en-US" sz="2400" b="1" u="sng" dirty="0"/>
              <a:t>Content List</a:t>
            </a:r>
          </a:p>
          <a:p>
            <a:endParaRPr lang="en-US" b="1" u="sng" dirty="0"/>
          </a:p>
          <a:p>
            <a:pPr marL="285750" indent="-285750">
              <a:lnSpc>
                <a:spcPct val="150000"/>
              </a:lnSpc>
              <a:buFont typeface="Wingdings" panose="05000000000000000000" pitchFamily="2" charset="2"/>
              <a:buChar char="ü"/>
            </a:pPr>
            <a:r>
              <a:rPr lang="en-US" b="1" dirty="0"/>
              <a:t>SC/EDA basics and key signal parameters </a:t>
            </a:r>
          </a:p>
          <a:p>
            <a:pPr marL="285750" indent="-285750">
              <a:lnSpc>
                <a:spcPct val="150000"/>
              </a:lnSpc>
              <a:buFont typeface="Wingdings" panose="05000000000000000000" pitchFamily="2" charset="2"/>
              <a:buChar char="ü"/>
            </a:pPr>
            <a:r>
              <a:rPr lang="en-US" b="1" dirty="0"/>
              <a:t>Tonic vs. phasic components </a:t>
            </a:r>
          </a:p>
          <a:p>
            <a:pPr marL="285750" indent="-285750">
              <a:lnSpc>
                <a:spcPct val="150000"/>
              </a:lnSpc>
              <a:buFont typeface="Wingdings" panose="05000000000000000000" pitchFamily="2" charset="2"/>
              <a:buChar char="ü"/>
            </a:pPr>
            <a:r>
              <a:rPr lang="en-US" b="1" dirty="0"/>
              <a:t>How to identify artifacts (the "1-3 second rule") </a:t>
            </a:r>
          </a:p>
          <a:p>
            <a:pPr marL="285750" indent="-285750">
              <a:lnSpc>
                <a:spcPct val="150000"/>
              </a:lnSpc>
              <a:buFont typeface="Wingdings" panose="05000000000000000000" pitchFamily="2" charset="2"/>
              <a:buChar char="ü"/>
            </a:pPr>
            <a:r>
              <a:rPr lang="en-US" b="1" dirty="0"/>
              <a:t>Complete </a:t>
            </a:r>
            <a:r>
              <a:rPr lang="en-US" b="1" dirty="0" err="1"/>
              <a:t>BeltApp</a:t>
            </a:r>
            <a:r>
              <a:rPr lang="en-US" b="1" dirty="0"/>
              <a:t> setup workflow </a:t>
            </a:r>
          </a:p>
          <a:p>
            <a:pPr marL="285750" indent="-285750">
              <a:lnSpc>
                <a:spcPct val="150000"/>
              </a:lnSpc>
              <a:buFont typeface="Wingdings" panose="05000000000000000000" pitchFamily="2" charset="2"/>
              <a:buChar char="ü"/>
            </a:pPr>
            <a:r>
              <a:rPr lang="en-US" b="1" dirty="0"/>
              <a:t>Step-by-step cleaning process </a:t>
            </a:r>
          </a:p>
          <a:p>
            <a:pPr marL="285750" indent="-285750">
              <a:lnSpc>
                <a:spcPct val="150000"/>
              </a:lnSpc>
              <a:buFont typeface="Wingdings" panose="05000000000000000000" pitchFamily="2" charset="2"/>
              <a:buChar char="ü"/>
            </a:pPr>
            <a:r>
              <a:rPr lang="en-US" b="1" dirty="0"/>
              <a:t>The three replacement methods and when to use each </a:t>
            </a:r>
          </a:p>
          <a:p>
            <a:pPr marL="285750" indent="-285750">
              <a:lnSpc>
                <a:spcPct val="150000"/>
              </a:lnSpc>
              <a:buFont typeface="Wingdings" panose="05000000000000000000" pitchFamily="2" charset="2"/>
              <a:buChar char="ü"/>
            </a:pPr>
            <a:r>
              <a:rPr lang="en-US" b="1" dirty="0"/>
              <a:t>Critical save behavior warning</a:t>
            </a:r>
          </a:p>
        </p:txBody>
      </p:sp>
      <p:sp>
        <p:nvSpPr>
          <p:cNvPr id="11" name="Slide Number Placeholder 10">
            <a:extLst>
              <a:ext uri="{FF2B5EF4-FFF2-40B4-BE49-F238E27FC236}">
                <a16:creationId xmlns:a16="http://schemas.microsoft.com/office/drawing/2014/main" id="{9441D564-1B5D-93ED-CF2C-74B8B979A5E7}"/>
              </a:ext>
            </a:extLst>
          </p:cNvPr>
          <p:cNvSpPr>
            <a:spLocks noGrp="1"/>
          </p:cNvSpPr>
          <p:nvPr>
            <p:ph type="sldNum" sz="quarter" idx="12"/>
          </p:nvPr>
        </p:nvSpPr>
        <p:spPr/>
        <p:txBody>
          <a:bodyPr/>
          <a:lstStyle/>
          <a:p>
            <a:fld id="{993221B0-C4CD-1546-9E62-A4249094014D}" type="slidenum">
              <a:rPr lang="en-GB" smtClean="0"/>
              <a:pPr/>
              <a:t>2</a:t>
            </a:fld>
            <a:endParaRPr lang="en-GB"/>
          </a:p>
        </p:txBody>
      </p:sp>
      <p:sp>
        <p:nvSpPr>
          <p:cNvPr id="12" name="TextBox 11">
            <a:extLst>
              <a:ext uri="{FF2B5EF4-FFF2-40B4-BE49-F238E27FC236}">
                <a16:creationId xmlns:a16="http://schemas.microsoft.com/office/drawing/2014/main" id="{5A6D71F4-C925-2F09-DA3B-202441C48681}"/>
              </a:ext>
            </a:extLst>
          </p:cNvPr>
          <p:cNvSpPr txBox="1"/>
          <p:nvPr/>
        </p:nvSpPr>
        <p:spPr>
          <a:xfrm>
            <a:off x="1741714" y="6325359"/>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2607334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DAFEA-9803-30FC-B2E8-E961D04C42E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2CC32EA-7E09-9FD1-4E4D-4B607E470155}"/>
              </a:ext>
            </a:extLst>
          </p:cNvPr>
          <p:cNvSpPr txBox="1"/>
          <p:nvPr/>
        </p:nvSpPr>
        <p:spPr>
          <a:xfrm>
            <a:off x="633506" y="289289"/>
            <a:ext cx="11259670" cy="4801314"/>
          </a:xfrm>
          <a:prstGeom prst="rect">
            <a:avLst/>
          </a:prstGeom>
          <a:noFill/>
        </p:spPr>
        <p:txBody>
          <a:bodyPr wrap="square">
            <a:spAutoFit/>
          </a:bodyPr>
          <a:lstStyle/>
          <a:p>
            <a:pPr>
              <a:buNone/>
            </a:pPr>
            <a:r>
              <a:rPr lang="en-US" b="1" dirty="0"/>
              <a:t>Understanding What You’re Cleaning</a:t>
            </a:r>
          </a:p>
          <a:p>
            <a:pPr>
              <a:buNone/>
            </a:pPr>
            <a:endParaRPr lang="en-US" b="1" dirty="0"/>
          </a:p>
          <a:p>
            <a:pPr>
              <a:buNone/>
            </a:pPr>
            <a:r>
              <a:rPr lang="en-US" b="1" dirty="0"/>
              <a:t>Skin Conductance (SC)</a:t>
            </a:r>
            <a:r>
              <a:rPr lang="en-US" dirty="0"/>
              <a:t> — also known as </a:t>
            </a:r>
            <a:r>
              <a:rPr lang="en-US" b="1" dirty="0"/>
              <a:t>Electrodermal Activity (EDA)</a:t>
            </a:r>
            <a:r>
              <a:rPr lang="en-US" dirty="0"/>
              <a:t> — measures changes in sweat gland activity linked to sympathetic arousal. </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p:txBody>
      </p:sp>
      <p:pic>
        <p:nvPicPr>
          <p:cNvPr id="16" name="Picture 15">
            <a:extLst>
              <a:ext uri="{FF2B5EF4-FFF2-40B4-BE49-F238E27FC236}">
                <a16:creationId xmlns:a16="http://schemas.microsoft.com/office/drawing/2014/main" id="{DD5CD360-B90B-430E-E5BC-2CA3A7AA9B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4850" y="1440552"/>
            <a:ext cx="7751657" cy="3397577"/>
          </a:xfrm>
          <a:prstGeom prst="rect">
            <a:avLst/>
          </a:prstGeom>
        </p:spPr>
      </p:pic>
      <p:sp>
        <p:nvSpPr>
          <p:cNvPr id="18" name="TextBox 17">
            <a:extLst>
              <a:ext uri="{FF2B5EF4-FFF2-40B4-BE49-F238E27FC236}">
                <a16:creationId xmlns:a16="http://schemas.microsoft.com/office/drawing/2014/main" id="{DC86388E-6676-6F71-A7CF-22A7C6AD2536}"/>
              </a:ext>
            </a:extLst>
          </p:cNvPr>
          <p:cNvSpPr txBox="1"/>
          <p:nvPr/>
        </p:nvSpPr>
        <p:spPr>
          <a:xfrm>
            <a:off x="9051566" y="1583322"/>
            <a:ext cx="2596576" cy="1569660"/>
          </a:xfrm>
          <a:prstGeom prst="rect">
            <a:avLst/>
          </a:prstGeom>
          <a:noFill/>
        </p:spPr>
        <p:txBody>
          <a:bodyPr wrap="square">
            <a:spAutoFit/>
          </a:bodyPr>
          <a:lstStyle/>
          <a:p>
            <a:r>
              <a:rPr lang="en-US" sz="1200" b="1" dirty="0"/>
              <a:t>Figure:</a:t>
            </a:r>
            <a:r>
              <a:rPr lang="en-US" sz="1200" dirty="0"/>
              <a:t> Example of a typical Skin Conductance Response (SCR). After a stimulus, skin conductance shows a delayed increase (latency), a sharp rise to peak amplitude (rise time), and a gradual decay (half-recovery time). The amplitude reflects the intensity of sympathetic arousal.</a:t>
            </a:r>
          </a:p>
        </p:txBody>
      </p:sp>
      <p:sp>
        <p:nvSpPr>
          <p:cNvPr id="2" name="Slide Number Placeholder 1">
            <a:extLst>
              <a:ext uri="{FF2B5EF4-FFF2-40B4-BE49-F238E27FC236}">
                <a16:creationId xmlns:a16="http://schemas.microsoft.com/office/drawing/2014/main" id="{50A78E8A-FDAA-336D-C2FF-11C72797FE32}"/>
              </a:ext>
            </a:extLst>
          </p:cNvPr>
          <p:cNvSpPr>
            <a:spLocks noGrp="1"/>
          </p:cNvSpPr>
          <p:nvPr>
            <p:ph type="sldNum" sz="quarter" idx="12"/>
          </p:nvPr>
        </p:nvSpPr>
        <p:spPr/>
        <p:txBody>
          <a:bodyPr/>
          <a:lstStyle/>
          <a:p>
            <a:fld id="{AA6C878E-6624-8940-965B-E61AF946BCDB}" type="slidenum">
              <a:rPr lang="en-GB" noProof="0" smtClean="0"/>
              <a:t>3</a:t>
            </a:fld>
            <a:endParaRPr lang="en-GB" noProof="0"/>
          </a:p>
        </p:txBody>
      </p:sp>
      <p:sp>
        <p:nvSpPr>
          <p:cNvPr id="3" name="TextBox 2">
            <a:extLst>
              <a:ext uri="{FF2B5EF4-FFF2-40B4-BE49-F238E27FC236}">
                <a16:creationId xmlns:a16="http://schemas.microsoft.com/office/drawing/2014/main" id="{53B765F5-96A9-8C59-52DF-0CA622641CEB}"/>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1670209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7371F-D04E-F2AB-E1E2-47D54B08C3E0}"/>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EA8F1421-272E-6508-B42E-A913D58289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0621" y="1662808"/>
            <a:ext cx="5705902" cy="2500916"/>
          </a:xfrm>
          <a:prstGeom prst="rect">
            <a:avLst/>
          </a:prstGeom>
        </p:spPr>
      </p:pic>
      <p:sp>
        <p:nvSpPr>
          <p:cNvPr id="18" name="TextBox 17">
            <a:extLst>
              <a:ext uri="{FF2B5EF4-FFF2-40B4-BE49-F238E27FC236}">
                <a16:creationId xmlns:a16="http://schemas.microsoft.com/office/drawing/2014/main" id="{2C82CA4F-7123-1238-9033-A65E92B95813}"/>
              </a:ext>
            </a:extLst>
          </p:cNvPr>
          <p:cNvSpPr txBox="1"/>
          <p:nvPr/>
        </p:nvSpPr>
        <p:spPr>
          <a:xfrm>
            <a:off x="8199718" y="4163724"/>
            <a:ext cx="2109694" cy="276999"/>
          </a:xfrm>
          <a:prstGeom prst="rect">
            <a:avLst/>
          </a:prstGeom>
          <a:noFill/>
        </p:spPr>
        <p:txBody>
          <a:bodyPr wrap="square">
            <a:spAutoFit/>
          </a:bodyPr>
          <a:lstStyle/>
          <a:p>
            <a:r>
              <a:rPr lang="en-US" sz="1200" b="1" dirty="0"/>
              <a:t>Fig. 1. </a:t>
            </a:r>
            <a:r>
              <a:rPr lang="en-US" sz="1200" dirty="0"/>
              <a:t>A Typical GSR Response</a:t>
            </a:r>
          </a:p>
        </p:txBody>
      </p:sp>
      <p:graphicFrame>
        <p:nvGraphicFramePr>
          <p:cNvPr id="2" name="Table 1">
            <a:extLst>
              <a:ext uri="{FF2B5EF4-FFF2-40B4-BE49-F238E27FC236}">
                <a16:creationId xmlns:a16="http://schemas.microsoft.com/office/drawing/2014/main" id="{01257417-52BA-97DD-60D0-633E48178931}"/>
              </a:ext>
            </a:extLst>
          </p:cNvPr>
          <p:cNvGraphicFramePr>
            <a:graphicFrameLocks noGrp="1"/>
          </p:cNvGraphicFramePr>
          <p:nvPr>
            <p:extLst>
              <p:ext uri="{D42A27DB-BD31-4B8C-83A1-F6EECF244321}">
                <p14:modId xmlns:p14="http://schemas.microsoft.com/office/powerpoint/2010/main" val="1357716569"/>
              </p:ext>
            </p:extLst>
          </p:nvPr>
        </p:nvGraphicFramePr>
        <p:xfrm>
          <a:off x="112723" y="1189318"/>
          <a:ext cx="6227898" cy="4318282"/>
        </p:xfrm>
        <a:graphic>
          <a:graphicData uri="http://schemas.openxmlformats.org/drawingml/2006/table">
            <a:tbl>
              <a:tblPr/>
              <a:tblGrid>
                <a:gridCol w="1117175">
                  <a:extLst>
                    <a:ext uri="{9D8B030D-6E8A-4147-A177-3AD203B41FA5}">
                      <a16:colId xmlns:a16="http://schemas.microsoft.com/office/drawing/2014/main" val="927831899"/>
                    </a:ext>
                  </a:extLst>
                </a:gridCol>
                <a:gridCol w="3034757">
                  <a:extLst>
                    <a:ext uri="{9D8B030D-6E8A-4147-A177-3AD203B41FA5}">
                      <a16:colId xmlns:a16="http://schemas.microsoft.com/office/drawing/2014/main" val="3884629683"/>
                    </a:ext>
                  </a:extLst>
                </a:gridCol>
                <a:gridCol w="2075966">
                  <a:extLst>
                    <a:ext uri="{9D8B030D-6E8A-4147-A177-3AD203B41FA5}">
                      <a16:colId xmlns:a16="http://schemas.microsoft.com/office/drawing/2014/main" val="1575339760"/>
                    </a:ext>
                  </a:extLst>
                </a:gridCol>
              </a:tblGrid>
              <a:tr h="265741">
                <a:tc>
                  <a:txBody>
                    <a:bodyPr/>
                    <a:lstStyle/>
                    <a:p>
                      <a:pPr>
                        <a:buNone/>
                      </a:pPr>
                      <a:r>
                        <a:rPr lang="en-US" sz="1300" b="1" u="none" dirty="0"/>
                        <a:t>Parameter</a:t>
                      </a:r>
                    </a:p>
                  </a:txBody>
                  <a:tcPr marL="66944" marR="66944" marT="33472" marB="33472"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b="1" u="none" dirty="0"/>
                        <a:t>Description</a:t>
                      </a:r>
                    </a:p>
                  </a:txBody>
                  <a:tcPr marL="66944" marR="66944" marT="33472" marB="33472"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300" b="1" u="none" dirty="0"/>
                        <a:t>Typical Range</a:t>
                      </a:r>
                    </a:p>
                  </a:txBody>
                  <a:tcPr marL="66944" marR="66944" marT="33472" marB="33472"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2870124"/>
                  </a:ext>
                </a:extLst>
              </a:tr>
              <a:tr h="1062962">
                <a:tc>
                  <a:txBody>
                    <a:bodyPr/>
                    <a:lstStyle/>
                    <a:p>
                      <a:pPr>
                        <a:buNone/>
                      </a:pPr>
                      <a:r>
                        <a:rPr lang="en-US" sz="1300" b="1"/>
                        <a:t>Latency</a:t>
                      </a:r>
                      <a:endParaRPr lang="en-US" sz="1300"/>
                    </a:p>
                  </a:txBody>
                  <a:tcPr marL="66944" marR="66944" marT="33472" marB="33472"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r>
                        <a:rPr lang="en-US" sz="1300" dirty="0"/>
                        <a:t>The delay between the </a:t>
                      </a:r>
                      <a:r>
                        <a:rPr lang="en-US" sz="1300" b="1" dirty="0"/>
                        <a:t>stimulus onset</a:t>
                      </a:r>
                      <a:r>
                        <a:rPr lang="en-US" sz="1300" dirty="0"/>
                        <a:t> and the </a:t>
                      </a:r>
                      <a:r>
                        <a:rPr lang="en-US" sz="1300" b="1" dirty="0"/>
                        <a:t>beginning of the SCR rise</a:t>
                      </a:r>
                      <a:r>
                        <a:rPr lang="en-US" sz="1300" dirty="0"/>
                        <a:t>. It reflects the time it takes for the sympathetic nervous system to activate sweat glands.</a:t>
                      </a:r>
                    </a:p>
                  </a:txBody>
                  <a:tcPr marL="66944" marR="66944" marT="33472" marB="33472"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r>
                        <a:rPr lang="en-US" sz="1300"/>
                        <a:t>1–4 seconds</a:t>
                      </a:r>
                    </a:p>
                  </a:txBody>
                  <a:tcPr marL="66944" marR="66944" marT="33472" marB="33472"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21543187"/>
                  </a:ext>
                </a:extLst>
              </a:tr>
              <a:tr h="863656">
                <a:tc>
                  <a:txBody>
                    <a:bodyPr/>
                    <a:lstStyle/>
                    <a:p>
                      <a:pPr>
                        <a:buNone/>
                      </a:pPr>
                      <a:r>
                        <a:rPr lang="en-US" sz="1300" b="1"/>
                        <a:t>Rise Time</a:t>
                      </a:r>
                      <a:endParaRPr lang="en-US" sz="1300"/>
                    </a:p>
                  </a:txBody>
                  <a:tcPr marL="66944" marR="66944" marT="33472" marB="33472" anchor="ctr">
                    <a:lnL>
                      <a:noFill/>
                    </a:lnL>
                    <a:lnR>
                      <a:noFill/>
                    </a:lnR>
                    <a:lnT>
                      <a:noFill/>
                    </a:lnT>
                    <a:lnB>
                      <a:noFill/>
                    </a:lnB>
                    <a:noFill/>
                  </a:tcPr>
                </a:tc>
                <a:tc>
                  <a:txBody>
                    <a:bodyPr/>
                    <a:lstStyle/>
                    <a:p>
                      <a:pPr>
                        <a:buNone/>
                      </a:pPr>
                      <a:r>
                        <a:rPr lang="en-US" sz="1300"/>
                        <a:t>The time from the </a:t>
                      </a:r>
                      <a:r>
                        <a:rPr lang="en-US" sz="1300" b="1"/>
                        <a:t>onset of the response</a:t>
                      </a:r>
                      <a:r>
                        <a:rPr lang="en-US" sz="1300"/>
                        <a:t> to the </a:t>
                      </a:r>
                      <a:r>
                        <a:rPr lang="en-US" sz="1300" b="1"/>
                        <a:t>peak amplitude</a:t>
                      </a:r>
                      <a:r>
                        <a:rPr lang="en-US" sz="1300"/>
                        <a:t>. It reflects how quickly the arousal develops.</a:t>
                      </a:r>
                    </a:p>
                  </a:txBody>
                  <a:tcPr marL="66944" marR="66944" marT="33472" marB="33472" anchor="ctr">
                    <a:lnL>
                      <a:noFill/>
                    </a:lnL>
                    <a:lnR>
                      <a:noFill/>
                    </a:lnR>
                    <a:lnT>
                      <a:noFill/>
                    </a:lnT>
                    <a:lnB>
                      <a:noFill/>
                    </a:lnB>
                    <a:noFill/>
                  </a:tcPr>
                </a:tc>
                <a:tc>
                  <a:txBody>
                    <a:bodyPr/>
                    <a:lstStyle/>
                    <a:p>
                      <a:pPr>
                        <a:buNone/>
                      </a:pPr>
                      <a:r>
                        <a:rPr lang="en-US" sz="1300"/>
                        <a:t>1–3 seconds</a:t>
                      </a:r>
                    </a:p>
                  </a:txBody>
                  <a:tcPr marL="66944" marR="66944" marT="33472" marB="33472" anchor="ctr">
                    <a:lnL>
                      <a:noFill/>
                    </a:lnL>
                    <a:lnR>
                      <a:noFill/>
                    </a:lnR>
                    <a:lnT>
                      <a:noFill/>
                    </a:lnT>
                    <a:lnB>
                      <a:noFill/>
                    </a:lnB>
                    <a:noFill/>
                  </a:tcPr>
                </a:tc>
                <a:extLst>
                  <a:ext uri="{0D108BD9-81ED-4DB2-BD59-A6C34878D82A}">
                    <a16:rowId xmlns:a16="http://schemas.microsoft.com/office/drawing/2014/main" val="1299492740"/>
                  </a:ext>
                </a:extLst>
              </a:tr>
              <a:tr h="1262267">
                <a:tc>
                  <a:txBody>
                    <a:bodyPr/>
                    <a:lstStyle/>
                    <a:p>
                      <a:pPr>
                        <a:buNone/>
                      </a:pPr>
                      <a:r>
                        <a:rPr lang="en-US" sz="1300" b="1"/>
                        <a:t>Amplitude</a:t>
                      </a:r>
                      <a:endParaRPr lang="en-US" sz="1300"/>
                    </a:p>
                  </a:txBody>
                  <a:tcPr marL="66944" marR="66944" marT="33472" marB="33472" anchor="ctr">
                    <a:lnL>
                      <a:noFill/>
                    </a:lnL>
                    <a:lnR>
                      <a:noFill/>
                    </a:lnR>
                    <a:lnT>
                      <a:noFill/>
                    </a:lnT>
                    <a:lnB>
                      <a:noFill/>
                    </a:lnB>
                    <a:noFill/>
                  </a:tcPr>
                </a:tc>
                <a:tc>
                  <a:txBody>
                    <a:bodyPr/>
                    <a:lstStyle/>
                    <a:p>
                      <a:pPr>
                        <a:buNone/>
                      </a:pPr>
                      <a:r>
                        <a:rPr lang="en-US" sz="1300"/>
                        <a:t>The </a:t>
                      </a:r>
                      <a:r>
                        <a:rPr lang="en-US" sz="1300" b="1"/>
                        <a:t>height of the response</a:t>
                      </a:r>
                      <a:r>
                        <a:rPr lang="en-US" sz="1300"/>
                        <a:t>, measured as the difference in microsiemens (µS) between the baseline and the peak. It indicates the </a:t>
                      </a:r>
                      <a:r>
                        <a:rPr lang="en-US" sz="1300" b="1"/>
                        <a:t>strength of physiological arousal</a:t>
                      </a:r>
                      <a:r>
                        <a:rPr lang="en-US" sz="1300"/>
                        <a:t>.</a:t>
                      </a:r>
                    </a:p>
                  </a:txBody>
                  <a:tcPr marL="66944" marR="66944" marT="33472" marB="33472" anchor="ctr">
                    <a:lnL>
                      <a:noFill/>
                    </a:lnL>
                    <a:lnR>
                      <a:noFill/>
                    </a:lnR>
                    <a:lnT>
                      <a:noFill/>
                    </a:lnT>
                    <a:lnB>
                      <a:noFill/>
                    </a:lnB>
                    <a:noFill/>
                  </a:tcPr>
                </a:tc>
                <a:tc>
                  <a:txBody>
                    <a:bodyPr/>
                    <a:lstStyle/>
                    <a:p>
                      <a:pPr>
                        <a:buNone/>
                      </a:pPr>
                      <a:r>
                        <a:rPr lang="en-US" sz="1300"/>
                        <a:t>≥ 0.05 µS (significant response)</a:t>
                      </a:r>
                    </a:p>
                  </a:txBody>
                  <a:tcPr marL="66944" marR="66944" marT="33472" marB="33472" anchor="ctr">
                    <a:lnL>
                      <a:noFill/>
                    </a:lnL>
                    <a:lnR>
                      <a:noFill/>
                    </a:lnR>
                    <a:lnT>
                      <a:noFill/>
                    </a:lnT>
                    <a:lnB>
                      <a:noFill/>
                    </a:lnB>
                    <a:noFill/>
                  </a:tcPr>
                </a:tc>
                <a:extLst>
                  <a:ext uri="{0D108BD9-81ED-4DB2-BD59-A6C34878D82A}">
                    <a16:rowId xmlns:a16="http://schemas.microsoft.com/office/drawing/2014/main" val="48695771"/>
                  </a:ext>
                </a:extLst>
              </a:tr>
              <a:tr h="863656">
                <a:tc>
                  <a:txBody>
                    <a:bodyPr/>
                    <a:lstStyle/>
                    <a:p>
                      <a:pPr>
                        <a:buNone/>
                      </a:pPr>
                      <a:r>
                        <a:rPr lang="en-US" sz="1300" b="1" dirty="0"/>
                        <a:t>Half-Recovery Time</a:t>
                      </a:r>
                      <a:endParaRPr lang="en-US" sz="1300" dirty="0"/>
                    </a:p>
                  </a:txBody>
                  <a:tcPr marL="66944" marR="66944" marT="33472" marB="33472"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buNone/>
                      </a:pPr>
                      <a:r>
                        <a:rPr lang="en-US" sz="1300" dirty="0"/>
                        <a:t>The time it takes for the signal to </a:t>
                      </a:r>
                      <a:r>
                        <a:rPr lang="en-US" sz="1300" b="1" dirty="0"/>
                        <a:t>drop to half of its peak value</a:t>
                      </a:r>
                      <a:r>
                        <a:rPr lang="en-US" sz="1300" dirty="0"/>
                        <a:t> after reaching the maximum. It shows how quickly the arousal subsides.</a:t>
                      </a:r>
                    </a:p>
                  </a:txBody>
                  <a:tcPr marL="66944" marR="66944" marT="33472" marB="33472"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buNone/>
                      </a:pPr>
                      <a:r>
                        <a:rPr lang="en-US" sz="1300" dirty="0"/>
                        <a:t>2–10 seconds</a:t>
                      </a:r>
                    </a:p>
                  </a:txBody>
                  <a:tcPr marL="66944" marR="66944" marT="33472" marB="33472"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7546408"/>
                  </a:ext>
                </a:extLst>
              </a:tr>
            </a:tbl>
          </a:graphicData>
        </a:graphic>
      </p:graphicFrame>
      <p:sp>
        <p:nvSpPr>
          <p:cNvPr id="4" name="TextBox 3">
            <a:extLst>
              <a:ext uri="{FF2B5EF4-FFF2-40B4-BE49-F238E27FC236}">
                <a16:creationId xmlns:a16="http://schemas.microsoft.com/office/drawing/2014/main" id="{08DB3492-D8F0-82F8-0C4A-945CC0CBD055}"/>
              </a:ext>
            </a:extLst>
          </p:cNvPr>
          <p:cNvSpPr txBox="1"/>
          <p:nvPr/>
        </p:nvSpPr>
        <p:spPr>
          <a:xfrm>
            <a:off x="244621" y="623482"/>
            <a:ext cx="6096000" cy="369332"/>
          </a:xfrm>
          <a:prstGeom prst="rect">
            <a:avLst/>
          </a:prstGeom>
          <a:noFill/>
        </p:spPr>
        <p:txBody>
          <a:bodyPr wrap="square">
            <a:spAutoFit/>
          </a:bodyPr>
          <a:lstStyle/>
          <a:p>
            <a:r>
              <a:rPr lang="en-US" b="1" u="sng" dirty="0"/>
              <a:t>Key Phases Explained</a:t>
            </a:r>
          </a:p>
        </p:txBody>
      </p:sp>
      <p:sp>
        <p:nvSpPr>
          <p:cNvPr id="10" name="TextBox 9">
            <a:extLst>
              <a:ext uri="{FF2B5EF4-FFF2-40B4-BE49-F238E27FC236}">
                <a16:creationId xmlns:a16="http://schemas.microsoft.com/office/drawing/2014/main" id="{A35EB8F3-1711-B0A8-4378-E3ABFEF8BABA}"/>
              </a:ext>
            </a:extLst>
          </p:cNvPr>
          <p:cNvSpPr txBox="1"/>
          <p:nvPr/>
        </p:nvSpPr>
        <p:spPr>
          <a:xfrm>
            <a:off x="294936" y="209757"/>
            <a:ext cx="6096000" cy="369332"/>
          </a:xfrm>
          <a:prstGeom prst="rect">
            <a:avLst/>
          </a:prstGeom>
          <a:noFill/>
        </p:spPr>
        <p:txBody>
          <a:bodyPr wrap="square">
            <a:spAutoFit/>
          </a:bodyPr>
          <a:lstStyle/>
          <a:p>
            <a:pPr>
              <a:buNone/>
            </a:pPr>
            <a:r>
              <a:rPr lang="en-US" b="1" dirty="0"/>
              <a:t>Understanding What You’re Cleaning</a:t>
            </a:r>
          </a:p>
        </p:txBody>
      </p:sp>
      <p:sp>
        <p:nvSpPr>
          <p:cNvPr id="3" name="Slide Number Placeholder 2">
            <a:extLst>
              <a:ext uri="{FF2B5EF4-FFF2-40B4-BE49-F238E27FC236}">
                <a16:creationId xmlns:a16="http://schemas.microsoft.com/office/drawing/2014/main" id="{17A1076D-ADBC-A260-A254-652C78D212BB}"/>
              </a:ext>
            </a:extLst>
          </p:cNvPr>
          <p:cNvSpPr>
            <a:spLocks noGrp="1"/>
          </p:cNvSpPr>
          <p:nvPr>
            <p:ph type="sldNum" sz="quarter" idx="12"/>
          </p:nvPr>
        </p:nvSpPr>
        <p:spPr/>
        <p:txBody>
          <a:bodyPr/>
          <a:lstStyle/>
          <a:p>
            <a:fld id="{AA6C878E-6624-8940-965B-E61AF946BCDB}" type="slidenum">
              <a:rPr lang="en-GB" noProof="0" smtClean="0"/>
              <a:t>4</a:t>
            </a:fld>
            <a:endParaRPr lang="en-GB" noProof="0"/>
          </a:p>
        </p:txBody>
      </p:sp>
      <p:sp>
        <p:nvSpPr>
          <p:cNvPr id="5" name="TextBox 4">
            <a:extLst>
              <a:ext uri="{FF2B5EF4-FFF2-40B4-BE49-F238E27FC236}">
                <a16:creationId xmlns:a16="http://schemas.microsoft.com/office/drawing/2014/main" id="{CBDE0109-9284-9DCD-928E-FEBEDCCF5FE0}"/>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3325791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165C6-9A59-97A2-A63C-65FCA1E8496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1C36622-44EE-D3EA-A416-48DDAC12DAB1}"/>
              </a:ext>
            </a:extLst>
          </p:cNvPr>
          <p:cNvSpPr txBox="1"/>
          <p:nvPr/>
        </p:nvSpPr>
        <p:spPr>
          <a:xfrm>
            <a:off x="621553" y="129942"/>
            <a:ext cx="11259670" cy="1754326"/>
          </a:xfrm>
          <a:prstGeom prst="rect">
            <a:avLst/>
          </a:prstGeom>
          <a:noFill/>
        </p:spPr>
        <p:txBody>
          <a:bodyPr wrap="square">
            <a:spAutoFit/>
          </a:bodyPr>
          <a:lstStyle/>
          <a:p>
            <a:pPr>
              <a:buNone/>
            </a:pPr>
            <a:r>
              <a:rPr lang="en-US" b="1" dirty="0"/>
              <a:t>Understanding What You’re Cleaning</a:t>
            </a:r>
          </a:p>
          <a:p>
            <a:pPr>
              <a:buNone/>
            </a:pPr>
            <a:r>
              <a:rPr lang="en-US" dirty="0"/>
              <a:t>In real life, SCR signals don’t happen one at a time.</a:t>
            </a:r>
            <a:br>
              <a:rPr lang="en-US" dirty="0"/>
            </a:br>
            <a:r>
              <a:rPr lang="en-US" dirty="0"/>
              <a:t>If someone experiences several emotional or attention-grabbing moments close together, the skin keeps reacting before the previous response has fully faded. </a:t>
            </a:r>
          </a:p>
          <a:p>
            <a:pPr>
              <a:buNone/>
            </a:pPr>
            <a:r>
              <a:rPr lang="en-US" dirty="0"/>
              <a:t>SCR signal shows a moment of arousal — but because our body often reacts several times in a row, the responses overlap, making the raw signal look complex and noisy.</a:t>
            </a:r>
          </a:p>
        </p:txBody>
      </p:sp>
      <p:pic>
        <p:nvPicPr>
          <p:cNvPr id="14" name="Picture 13">
            <a:extLst>
              <a:ext uri="{FF2B5EF4-FFF2-40B4-BE49-F238E27FC236}">
                <a16:creationId xmlns:a16="http://schemas.microsoft.com/office/drawing/2014/main" id="{E4A64664-61B3-523C-DA3D-F511FAE6A8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3425" y="1997838"/>
            <a:ext cx="3892304" cy="2503937"/>
          </a:xfrm>
          <a:prstGeom prst="rect">
            <a:avLst/>
          </a:prstGeom>
        </p:spPr>
      </p:pic>
      <p:sp>
        <p:nvSpPr>
          <p:cNvPr id="9" name="TextBox 8">
            <a:extLst>
              <a:ext uri="{FF2B5EF4-FFF2-40B4-BE49-F238E27FC236}">
                <a16:creationId xmlns:a16="http://schemas.microsoft.com/office/drawing/2014/main" id="{4FF23B4B-8501-D588-ADC8-E90BD2413008}"/>
              </a:ext>
            </a:extLst>
          </p:cNvPr>
          <p:cNvSpPr txBox="1"/>
          <p:nvPr/>
        </p:nvSpPr>
        <p:spPr>
          <a:xfrm>
            <a:off x="486271" y="1862059"/>
            <a:ext cx="7123953" cy="3693319"/>
          </a:xfrm>
          <a:prstGeom prst="rect">
            <a:avLst/>
          </a:prstGeom>
          <a:noFill/>
        </p:spPr>
        <p:txBody>
          <a:bodyPr wrap="square">
            <a:spAutoFit/>
          </a:bodyPr>
          <a:lstStyle/>
          <a:p>
            <a:endParaRPr lang="en-US" dirty="0"/>
          </a:p>
          <a:p>
            <a:r>
              <a:rPr lang="en-US" b="1" dirty="0"/>
              <a:t>Tonic Component: </a:t>
            </a:r>
            <a:r>
              <a:rPr lang="en-US" dirty="0"/>
              <a:t>This is the slow, steady part of the signal — like the “baseline”. It changes gradually over time depending on general factors such as temperature. </a:t>
            </a:r>
          </a:p>
          <a:p>
            <a:endParaRPr lang="en-US" b="1" dirty="0"/>
          </a:p>
          <a:p>
            <a:r>
              <a:rPr lang="en-US" b="1" dirty="0"/>
              <a:t>Phasic Component: </a:t>
            </a:r>
            <a:r>
              <a:rPr lang="en-US" dirty="0"/>
              <a:t>In the raw data, the </a:t>
            </a:r>
            <a:r>
              <a:rPr lang="en-US" b="1" dirty="0"/>
              <a:t>quick spikes (actual SCRs)</a:t>
            </a:r>
            <a:r>
              <a:rPr lang="en-US" dirty="0"/>
              <a:t> are not always clear because they </a:t>
            </a:r>
            <a:r>
              <a:rPr lang="en-US" b="1" dirty="0"/>
              <a:t>overlap with the slow tonic changes</a:t>
            </a:r>
            <a:r>
              <a:rPr lang="en-US" dirty="0"/>
              <a:t>. When several reactions happen close together, their peaks merge and become difficult to separate visually.</a:t>
            </a:r>
          </a:p>
          <a:p>
            <a:br>
              <a:rPr lang="en-US" dirty="0"/>
            </a:br>
            <a:r>
              <a:rPr lang="en-US" dirty="0"/>
              <a:t>Therefore, </a:t>
            </a:r>
            <a:r>
              <a:rPr lang="en-US" b="1" dirty="0" err="1"/>
              <a:t>BeltApp</a:t>
            </a:r>
            <a:r>
              <a:rPr lang="en-US" dirty="0"/>
              <a:t> uses a </a:t>
            </a:r>
            <a:r>
              <a:rPr lang="en-US" b="1" dirty="0"/>
              <a:t>deconvolution method</a:t>
            </a:r>
            <a:r>
              <a:rPr lang="en-US" dirty="0"/>
              <a:t> to separate the tonic and phasic components mathematically. This allows you to </a:t>
            </a:r>
            <a:r>
              <a:rPr lang="en-US" b="1" dirty="0"/>
              <a:t>see the true arousal responses</a:t>
            </a:r>
            <a:r>
              <a:rPr lang="en-US" dirty="0"/>
              <a:t> more clearly — as will be shown in the next steps.</a:t>
            </a:r>
          </a:p>
        </p:txBody>
      </p:sp>
      <p:sp>
        <p:nvSpPr>
          <p:cNvPr id="12" name="TextBox 11">
            <a:extLst>
              <a:ext uri="{FF2B5EF4-FFF2-40B4-BE49-F238E27FC236}">
                <a16:creationId xmlns:a16="http://schemas.microsoft.com/office/drawing/2014/main" id="{710A4CA2-95FE-B637-8CFC-FB2D99D95A9C}"/>
              </a:ext>
            </a:extLst>
          </p:cNvPr>
          <p:cNvSpPr txBox="1"/>
          <p:nvPr/>
        </p:nvSpPr>
        <p:spPr>
          <a:xfrm>
            <a:off x="7709648" y="4544785"/>
            <a:ext cx="4320988" cy="830997"/>
          </a:xfrm>
          <a:prstGeom prst="rect">
            <a:avLst/>
          </a:prstGeom>
          <a:noFill/>
        </p:spPr>
        <p:txBody>
          <a:bodyPr wrap="square">
            <a:spAutoFit/>
          </a:bodyPr>
          <a:lstStyle/>
          <a:p>
            <a:r>
              <a:rPr lang="en-US" sz="1200" b="1" dirty="0"/>
              <a:t>Figure. </a:t>
            </a:r>
            <a:r>
              <a:rPr lang="en-US" sz="1200" dirty="0"/>
              <a:t>This is an example raw signal recorded from the skin. It includes </a:t>
            </a:r>
            <a:r>
              <a:rPr lang="en-US" sz="1200" b="1" dirty="0"/>
              <a:t>two mixed components</a:t>
            </a:r>
            <a:r>
              <a:rPr lang="en-US" sz="1200" dirty="0"/>
              <a:t>: a </a:t>
            </a:r>
            <a:r>
              <a:rPr lang="en-US" sz="1200" b="1" dirty="0"/>
              <a:t>slow tonic trend</a:t>
            </a:r>
            <a:r>
              <a:rPr lang="en-US" sz="1200" dirty="0"/>
              <a:t> and </a:t>
            </a:r>
            <a:r>
              <a:rPr lang="en-US" sz="1200" b="1" dirty="0"/>
              <a:t>fast phasic spikes</a:t>
            </a:r>
            <a:r>
              <a:rPr lang="en-US" sz="1200" dirty="0"/>
              <a:t>. In the raw signal, you don’t clearly see this separation — both are combined. </a:t>
            </a:r>
          </a:p>
        </p:txBody>
      </p:sp>
      <p:sp>
        <p:nvSpPr>
          <p:cNvPr id="2" name="Slide Number Placeholder 1">
            <a:extLst>
              <a:ext uri="{FF2B5EF4-FFF2-40B4-BE49-F238E27FC236}">
                <a16:creationId xmlns:a16="http://schemas.microsoft.com/office/drawing/2014/main" id="{AFE45655-6158-7A6B-404A-29EB9F69593E}"/>
              </a:ext>
            </a:extLst>
          </p:cNvPr>
          <p:cNvSpPr>
            <a:spLocks noGrp="1"/>
          </p:cNvSpPr>
          <p:nvPr>
            <p:ph type="sldNum" sz="quarter" idx="12"/>
          </p:nvPr>
        </p:nvSpPr>
        <p:spPr/>
        <p:txBody>
          <a:bodyPr/>
          <a:lstStyle/>
          <a:p>
            <a:fld id="{AA6C878E-6624-8940-965B-E61AF946BCDB}" type="slidenum">
              <a:rPr lang="en-GB" noProof="0" smtClean="0"/>
              <a:t>5</a:t>
            </a:fld>
            <a:endParaRPr lang="en-GB" noProof="0"/>
          </a:p>
        </p:txBody>
      </p:sp>
      <p:sp>
        <p:nvSpPr>
          <p:cNvPr id="3" name="TextBox 2">
            <a:extLst>
              <a:ext uri="{FF2B5EF4-FFF2-40B4-BE49-F238E27FC236}">
                <a16:creationId xmlns:a16="http://schemas.microsoft.com/office/drawing/2014/main" id="{3C09274E-5F37-6A9B-BAEE-7D2823624FCD}"/>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287292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5182E-62A4-40D8-EAFD-3CA59F6CC67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690EF01-7632-C324-128C-54C7876D59AC}"/>
              </a:ext>
            </a:extLst>
          </p:cNvPr>
          <p:cNvSpPr txBox="1"/>
          <p:nvPr/>
        </p:nvSpPr>
        <p:spPr>
          <a:xfrm>
            <a:off x="633506" y="289289"/>
            <a:ext cx="11259670" cy="1585049"/>
          </a:xfrm>
          <a:prstGeom prst="rect">
            <a:avLst/>
          </a:prstGeom>
          <a:noFill/>
        </p:spPr>
        <p:txBody>
          <a:bodyPr wrap="square">
            <a:spAutoFit/>
          </a:bodyPr>
          <a:lstStyle/>
          <a:p>
            <a:r>
              <a:rPr lang="en-US" b="1" dirty="0"/>
              <a:t>What Is an Artifact in EDA Data?</a:t>
            </a:r>
          </a:p>
          <a:p>
            <a:endParaRPr lang="en-US" sz="700" b="1" dirty="0"/>
          </a:p>
          <a:p>
            <a:r>
              <a:rPr lang="en-US" dirty="0"/>
              <a:t>An </a:t>
            </a:r>
            <a:r>
              <a:rPr lang="en-US" b="1" dirty="0"/>
              <a:t>artifact</a:t>
            </a:r>
            <a:r>
              <a:rPr lang="en-US" dirty="0"/>
              <a:t> is a change in the SCR signal that does </a:t>
            </a:r>
            <a:r>
              <a:rPr lang="en-US" b="1" dirty="0"/>
              <a:t>not come from the body's physiological response</a:t>
            </a:r>
            <a:r>
              <a:rPr lang="en-US" dirty="0"/>
              <a:t>, but instead from </a:t>
            </a:r>
            <a:r>
              <a:rPr lang="en-US" b="1" dirty="0"/>
              <a:t>external disturbances</a:t>
            </a:r>
            <a:r>
              <a:rPr lang="en-US" dirty="0"/>
              <a:t>. Artifacts distort the data and can look like sudden jumps, drops, or noise that does not match normal skin conductance behavior.</a:t>
            </a:r>
          </a:p>
          <a:p>
            <a:r>
              <a:rPr lang="en-US" dirty="0"/>
              <a:t>Artifacts happen because SCR sensors are </a:t>
            </a:r>
            <a:r>
              <a:rPr lang="en-US" b="1" dirty="0"/>
              <a:t>very sensitive to movement, pressure, sweat, and contact quality</a:t>
            </a:r>
            <a:r>
              <a:rPr lang="en-US" dirty="0"/>
              <a:t>.</a:t>
            </a:r>
          </a:p>
        </p:txBody>
      </p:sp>
      <p:sp>
        <p:nvSpPr>
          <p:cNvPr id="4" name="TextBox 3">
            <a:extLst>
              <a:ext uri="{FF2B5EF4-FFF2-40B4-BE49-F238E27FC236}">
                <a16:creationId xmlns:a16="http://schemas.microsoft.com/office/drawing/2014/main" id="{AAF733CF-B7ED-14C9-A209-2679A0E128A3}"/>
              </a:ext>
            </a:extLst>
          </p:cNvPr>
          <p:cNvSpPr txBox="1"/>
          <p:nvPr/>
        </p:nvSpPr>
        <p:spPr>
          <a:xfrm>
            <a:off x="633506" y="2393374"/>
            <a:ext cx="4303059" cy="2185214"/>
          </a:xfrm>
          <a:prstGeom prst="rect">
            <a:avLst/>
          </a:prstGeom>
          <a:noFill/>
        </p:spPr>
        <p:txBody>
          <a:bodyPr wrap="square">
            <a:spAutoFit/>
          </a:bodyPr>
          <a:lstStyle/>
          <a:p>
            <a:pPr>
              <a:buNone/>
            </a:pPr>
            <a:r>
              <a:rPr lang="en-US" b="1" u="sng" dirty="0"/>
              <a:t>Common Causes of Artifacts</a:t>
            </a:r>
          </a:p>
          <a:p>
            <a:pPr>
              <a:buNone/>
            </a:pPr>
            <a:endParaRPr lang="en-US" sz="1000" b="1" u="sng" dirty="0"/>
          </a:p>
          <a:p>
            <a:pPr>
              <a:buFont typeface="Arial" panose="020B0604020202020204" pitchFamily="34" charset="0"/>
              <a:buChar char="•"/>
            </a:pPr>
            <a:r>
              <a:rPr lang="en-US" dirty="0"/>
              <a:t> Hand or body movement (sudden jumps in the signal)</a:t>
            </a:r>
          </a:p>
          <a:p>
            <a:pPr>
              <a:buFont typeface="Arial" panose="020B0604020202020204" pitchFamily="34" charset="0"/>
              <a:buChar char="•"/>
            </a:pPr>
            <a:r>
              <a:rPr lang="en-US" dirty="0"/>
              <a:t> Electrode shifting or poor contact</a:t>
            </a:r>
          </a:p>
          <a:p>
            <a:pPr>
              <a:buFont typeface="Arial" panose="020B0604020202020204" pitchFamily="34" charset="0"/>
              <a:buChar char="•"/>
            </a:pPr>
            <a:r>
              <a:rPr lang="en-US" dirty="0"/>
              <a:t> Sweat accumulation or drying</a:t>
            </a:r>
          </a:p>
          <a:p>
            <a:pPr>
              <a:buFont typeface="Arial" panose="020B0604020202020204" pitchFamily="34" charset="0"/>
              <a:buChar char="•"/>
            </a:pPr>
            <a:r>
              <a:rPr lang="en-US" dirty="0"/>
              <a:t> Cable pulling or vibration</a:t>
            </a:r>
          </a:p>
          <a:p>
            <a:pPr>
              <a:buFont typeface="Arial" panose="020B0604020202020204" pitchFamily="34" charset="0"/>
              <a:buChar char="•"/>
            </a:pPr>
            <a:r>
              <a:rPr lang="en-US" dirty="0"/>
              <a:t> Device interference or signal dropouts</a:t>
            </a:r>
          </a:p>
        </p:txBody>
      </p:sp>
      <p:pic>
        <p:nvPicPr>
          <p:cNvPr id="6" name="Picture 5">
            <a:extLst>
              <a:ext uri="{FF2B5EF4-FFF2-40B4-BE49-F238E27FC236}">
                <a16:creationId xmlns:a16="http://schemas.microsoft.com/office/drawing/2014/main" id="{C52BCED4-C68F-736F-821A-4C5E78191159}"/>
              </a:ext>
            </a:extLst>
          </p:cNvPr>
          <p:cNvPicPr>
            <a:picLocks noChangeAspect="1"/>
          </p:cNvPicPr>
          <p:nvPr/>
        </p:nvPicPr>
        <p:blipFill>
          <a:blip r:embed="rId2"/>
          <a:stretch>
            <a:fillRect/>
          </a:stretch>
        </p:blipFill>
        <p:spPr>
          <a:xfrm>
            <a:off x="5050118" y="1972471"/>
            <a:ext cx="6992471" cy="3011192"/>
          </a:xfrm>
          <a:prstGeom prst="rect">
            <a:avLst/>
          </a:prstGeom>
        </p:spPr>
      </p:pic>
      <p:sp>
        <p:nvSpPr>
          <p:cNvPr id="11" name="TextBox 10">
            <a:extLst>
              <a:ext uri="{FF2B5EF4-FFF2-40B4-BE49-F238E27FC236}">
                <a16:creationId xmlns:a16="http://schemas.microsoft.com/office/drawing/2014/main" id="{B84912D2-1CBD-E3B4-40A9-6E9974D59CEC}"/>
              </a:ext>
            </a:extLst>
          </p:cNvPr>
          <p:cNvSpPr txBox="1"/>
          <p:nvPr/>
        </p:nvSpPr>
        <p:spPr>
          <a:xfrm>
            <a:off x="5336989" y="4983663"/>
            <a:ext cx="6639858" cy="1015663"/>
          </a:xfrm>
          <a:prstGeom prst="rect">
            <a:avLst/>
          </a:prstGeom>
          <a:noFill/>
        </p:spPr>
        <p:txBody>
          <a:bodyPr wrap="square">
            <a:spAutoFit/>
          </a:bodyPr>
          <a:lstStyle/>
          <a:p>
            <a:pPr>
              <a:buNone/>
            </a:pPr>
            <a:r>
              <a:rPr lang="en-US" sz="1200" dirty="0"/>
              <a:t>In this fig. you can see a </a:t>
            </a:r>
            <a:r>
              <a:rPr lang="en-US" sz="1200" b="1" dirty="0"/>
              <a:t>very sharp, steep rise followed by an immediate drop</a:t>
            </a:r>
            <a:r>
              <a:rPr lang="en-US" sz="1200" dirty="0"/>
              <a:t> — this is not a normal physiological SCR.</a:t>
            </a:r>
          </a:p>
          <a:p>
            <a:pPr>
              <a:buNone/>
            </a:pPr>
            <a:r>
              <a:rPr lang="en-US" sz="1200" dirty="0"/>
              <a:t>A </a:t>
            </a:r>
            <a:r>
              <a:rPr lang="en-US" sz="1200" b="1" dirty="0"/>
              <a:t>true SCR</a:t>
            </a:r>
            <a:r>
              <a:rPr lang="en-US" sz="1200" dirty="0"/>
              <a:t> develops gradually: it rises over 1–3 seconds and decays slowly.</a:t>
            </a:r>
            <a:br>
              <a:rPr lang="en-US" sz="1200" dirty="0"/>
            </a:br>
            <a:r>
              <a:rPr lang="en-US" sz="1200" dirty="0"/>
              <a:t>However, this spike happens almost </a:t>
            </a:r>
            <a:r>
              <a:rPr lang="en-US" sz="1200" b="1" dirty="0"/>
              <a:t>instantly</a:t>
            </a:r>
            <a:r>
              <a:rPr lang="en-US" sz="1200" dirty="0"/>
              <a:t>, which indicates </a:t>
            </a:r>
            <a:r>
              <a:rPr lang="en-US" sz="1200" b="1" dirty="0"/>
              <a:t>movement or electrode disturbance</a:t>
            </a:r>
            <a:r>
              <a:rPr lang="en-US" sz="1200" dirty="0"/>
              <a:t> rather than real arousal.</a:t>
            </a:r>
          </a:p>
        </p:txBody>
      </p:sp>
      <p:sp>
        <p:nvSpPr>
          <p:cNvPr id="2" name="Slide Number Placeholder 1">
            <a:extLst>
              <a:ext uri="{FF2B5EF4-FFF2-40B4-BE49-F238E27FC236}">
                <a16:creationId xmlns:a16="http://schemas.microsoft.com/office/drawing/2014/main" id="{EB07DC05-491A-63E0-716B-FAE5824099ED}"/>
              </a:ext>
            </a:extLst>
          </p:cNvPr>
          <p:cNvSpPr>
            <a:spLocks noGrp="1"/>
          </p:cNvSpPr>
          <p:nvPr>
            <p:ph type="sldNum" sz="quarter" idx="12"/>
          </p:nvPr>
        </p:nvSpPr>
        <p:spPr/>
        <p:txBody>
          <a:bodyPr/>
          <a:lstStyle/>
          <a:p>
            <a:fld id="{AA6C878E-6624-8940-965B-E61AF946BCDB}" type="slidenum">
              <a:rPr lang="en-GB" noProof="0" smtClean="0"/>
              <a:t>6</a:t>
            </a:fld>
            <a:endParaRPr lang="en-GB" noProof="0"/>
          </a:p>
        </p:txBody>
      </p:sp>
      <p:sp>
        <p:nvSpPr>
          <p:cNvPr id="3" name="TextBox 2">
            <a:extLst>
              <a:ext uri="{FF2B5EF4-FFF2-40B4-BE49-F238E27FC236}">
                <a16:creationId xmlns:a16="http://schemas.microsoft.com/office/drawing/2014/main" id="{51EF4628-7ED4-2721-7EED-B5BB3673D2B9}"/>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2203406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C7167-2C7F-F61E-691C-70160FFB81F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3A4B5BD-A0F4-6F1E-09D3-87BB0F15E517}"/>
              </a:ext>
            </a:extLst>
          </p:cNvPr>
          <p:cNvPicPr>
            <a:picLocks noChangeAspect="1"/>
          </p:cNvPicPr>
          <p:nvPr/>
        </p:nvPicPr>
        <p:blipFill>
          <a:blip r:embed="rId2"/>
          <a:srcRect l="39658" r="27027"/>
          <a:stretch>
            <a:fillRect/>
          </a:stretch>
        </p:blipFill>
        <p:spPr>
          <a:xfrm>
            <a:off x="9732147" y="690723"/>
            <a:ext cx="1915187" cy="2475690"/>
          </a:xfrm>
          <a:prstGeom prst="rect">
            <a:avLst/>
          </a:prstGeom>
        </p:spPr>
      </p:pic>
      <p:graphicFrame>
        <p:nvGraphicFramePr>
          <p:cNvPr id="2" name="Table 1">
            <a:extLst>
              <a:ext uri="{FF2B5EF4-FFF2-40B4-BE49-F238E27FC236}">
                <a16:creationId xmlns:a16="http://schemas.microsoft.com/office/drawing/2014/main" id="{62D388A6-FDE6-A9CC-11FC-7B7B6F725A73}"/>
              </a:ext>
            </a:extLst>
          </p:cNvPr>
          <p:cNvGraphicFramePr>
            <a:graphicFrameLocks noGrp="1"/>
          </p:cNvGraphicFramePr>
          <p:nvPr>
            <p:extLst>
              <p:ext uri="{D42A27DB-BD31-4B8C-83A1-F6EECF244321}">
                <p14:modId xmlns:p14="http://schemas.microsoft.com/office/powerpoint/2010/main" val="3505453587"/>
              </p:ext>
            </p:extLst>
          </p:nvPr>
        </p:nvGraphicFramePr>
        <p:xfrm>
          <a:off x="485588" y="1283507"/>
          <a:ext cx="5257800" cy="2194560"/>
        </p:xfrm>
        <a:graphic>
          <a:graphicData uri="http://schemas.openxmlformats.org/drawingml/2006/table">
            <a:tbl>
              <a:tblPr/>
              <a:tblGrid>
                <a:gridCol w="5257800">
                  <a:extLst>
                    <a:ext uri="{9D8B030D-6E8A-4147-A177-3AD203B41FA5}">
                      <a16:colId xmlns:a16="http://schemas.microsoft.com/office/drawing/2014/main" val="3602027249"/>
                    </a:ext>
                  </a:extLst>
                </a:gridCol>
              </a:tblGrid>
              <a:tr h="0">
                <a:tc>
                  <a:txBody>
                    <a:bodyPr/>
                    <a:lstStyle/>
                    <a:p>
                      <a:pPr>
                        <a:buNone/>
                      </a:pPr>
                      <a:r>
                        <a:rPr lang="en-US" b="1" dirty="0"/>
                        <a:t>Artifact Patterns</a:t>
                      </a:r>
                    </a:p>
                  </a:txBody>
                  <a:tcPr anchor="ctr">
                    <a:lnL>
                      <a:noFill/>
                    </a:lnL>
                    <a:lnR>
                      <a:noFill/>
                    </a:lnR>
                    <a:lnT>
                      <a:noFill/>
                    </a:lnT>
                    <a:lnB>
                      <a:noFill/>
                    </a:lnB>
                    <a:noFill/>
                  </a:tcPr>
                </a:tc>
                <a:extLst>
                  <a:ext uri="{0D108BD9-81ED-4DB2-BD59-A6C34878D82A}">
                    <a16:rowId xmlns:a16="http://schemas.microsoft.com/office/drawing/2014/main" val="3759582608"/>
                  </a:ext>
                </a:extLst>
              </a:tr>
              <a:tr h="0">
                <a:tc>
                  <a:txBody>
                    <a:bodyPr/>
                    <a:lstStyle/>
                    <a:p>
                      <a:pPr>
                        <a:buNone/>
                      </a:pPr>
                      <a:r>
                        <a:rPr lang="en-US" b="0"/>
                        <a:t>Sharp vertical jumps or drops (instant rise/fall)</a:t>
                      </a:r>
                    </a:p>
                  </a:txBody>
                  <a:tcPr anchor="ctr">
                    <a:lnL>
                      <a:noFill/>
                    </a:lnL>
                    <a:lnR>
                      <a:noFill/>
                    </a:lnR>
                    <a:lnT>
                      <a:noFill/>
                    </a:lnT>
                    <a:lnB>
                      <a:noFill/>
                    </a:lnB>
                    <a:noFill/>
                  </a:tcPr>
                </a:tc>
                <a:extLst>
                  <a:ext uri="{0D108BD9-81ED-4DB2-BD59-A6C34878D82A}">
                    <a16:rowId xmlns:a16="http://schemas.microsoft.com/office/drawing/2014/main" val="1236893206"/>
                  </a:ext>
                </a:extLst>
              </a:tr>
              <a:tr h="0">
                <a:tc>
                  <a:txBody>
                    <a:bodyPr/>
                    <a:lstStyle/>
                    <a:p>
                      <a:pPr>
                        <a:buNone/>
                      </a:pPr>
                      <a:r>
                        <a:rPr lang="en-US" b="0" dirty="0"/>
                        <a:t>Flat zero line or sudden drop to 0 µS</a:t>
                      </a:r>
                    </a:p>
                  </a:txBody>
                  <a:tcPr anchor="ctr">
                    <a:lnL>
                      <a:noFill/>
                    </a:lnL>
                    <a:lnR>
                      <a:noFill/>
                    </a:lnR>
                    <a:lnT>
                      <a:noFill/>
                    </a:lnT>
                    <a:lnB>
                      <a:noFill/>
                    </a:lnB>
                    <a:noFill/>
                  </a:tcPr>
                </a:tc>
                <a:extLst>
                  <a:ext uri="{0D108BD9-81ED-4DB2-BD59-A6C34878D82A}">
                    <a16:rowId xmlns:a16="http://schemas.microsoft.com/office/drawing/2014/main" val="2568448880"/>
                  </a:ext>
                </a:extLst>
              </a:tr>
              <a:tr h="0">
                <a:tc>
                  <a:txBody>
                    <a:bodyPr/>
                    <a:lstStyle/>
                    <a:p>
                      <a:pPr>
                        <a:buNone/>
                      </a:pPr>
                      <a:r>
                        <a:rPr lang="en-US" b="0" dirty="0"/>
                        <a:t>Very noisy or jagged segments</a:t>
                      </a:r>
                    </a:p>
                  </a:txBody>
                  <a:tcPr anchor="ctr">
                    <a:lnL>
                      <a:noFill/>
                    </a:lnL>
                    <a:lnR>
                      <a:noFill/>
                    </a:lnR>
                    <a:lnT>
                      <a:noFill/>
                    </a:lnT>
                    <a:lnB>
                      <a:noFill/>
                    </a:lnB>
                    <a:noFill/>
                  </a:tcPr>
                </a:tc>
                <a:extLst>
                  <a:ext uri="{0D108BD9-81ED-4DB2-BD59-A6C34878D82A}">
                    <a16:rowId xmlns:a16="http://schemas.microsoft.com/office/drawing/2014/main" val="2889759702"/>
                  </a:ext>
                </a:extLst>
              </a:tr>
              <a:tr h="0">
                <a:tc>
                  <a:txBody>
                    <a:bodyPr/>
                    <a:lstStyle/>
                    <a:p>
                      <a:pPr>
                        <a:buNone/>
                      </a:pPr>
                      <a:r>
                        <a:rPr lang="en-US" b="0" dirty="0"/>
                        <a:t>Sudden signal spikes that do not follow SCR shape</a:t>
                      </a:r>
                    </a:p>
                  </a:txBody>
                  <a:tcPr anchor="ctr">
                    <a:lnL>
                      <a:noFill/>
                    </a:lnL>
                    <a:lnR>
                      <a:noFill/>
                    </a:lnR>
                    <a:lnT>
                      <a:noFill/>
                    </a:lnT>
                    <a:lnB>
                      <a:noFill/>
                    </a:lnB>
                    <a:noFill/>
                  </a:tcPr>
                </a:tc>
                <a:extLst>
                  <a:ext uri="{0D108BD9-81ED-4DB2-BD59-A6C34878D82A}">
                    <a16:rowId xmlns:a16="http://schemas.microsoft.com/office/drawing/2014/main" val="3588658824"/>
                  </a:ext>
                </a:extLst>
              </a:tr>
              <a:tr h="0">
                <a:tc>
                  <a:txBody>
                    <a:bodyPr/>
                    <a:lstStyle/>
                    <a:p>
                      <a:pPr>
                        <a:buNone/>
                      </a:pPr>
                      <a:r>
                        <a:rPr lang="en-US" b="0" dirty="0"/>
                        <a:t>Clipped/constant max value</a:t>
                      </a:r>
                    </a:p>
                  </a:txBody>
                  <a:tcPr anchor="ctr">
                    <a:lnL>
                      <a:noFill/>
                    </a:lnL>
                    <a:lnR>
                      <a:noFill/>
                    </a:lnR>
                    <a:lnT>
                      <a:noFill/>
                    </a:lnT>
                    <a:lnB>
                      <a:noFill/>
                    </a:lnB>
                    <a:noFill/>
                  </a:tcPr>
                </a:tc>
                <a:extLst>
                  <a:ext uri="{0D108BD9-81ED-4DB2-BD59-A6C34878D82A}">
                    <a16:rowId xmlns:a16="http://schemas.microsoft.com/office/drawing/2014/main" val="1477957652"/>
                  </a:ext>
                </a:extLst>
              </a:tr>
            </a:tbl>
          </a:graphicData>
        </a:graphic>
      </p:graphicFrame>
      <p:sp>
        <p:nvSpPr>
          <p:cNvPr id="5" name="TextBox 4">
            <a:extLst>
              <a:ext uri="{FF2B5EF4-FFF2-40B4-BE49-F238E27FC236}">
                <a16:creationId xmlns:a16="http://schemas.microsoft.com/office/drawing/2014/main" id="{FA172EAB-6BB5-E525-2E4A-FBB912F177AA}"/>
              </a:ext>
            </a:extLst>
          </p:cNvPr>
          <p:cNvSpPr txBox="1"/>
          <p:nvPr/>
        </p:nvSpPr>
        <p:spPr>
          <a:xfrm>
            <a:off x="436282" y="148389"/>
            <a:ext cx="8659906" cy="923330"/>
          </a:xfrm>
          <a:prstGeom prst="rect">
            <a:avLst/>
          </a:prstGeom>
          <a:noFill/>
        </p:spPr>
        <p:txBody>
          <a:bodyPr wrap="square">
            <a:spAutoFit/>
          </a:bodyPr>
          <a:lstStyle/>
          <a:p>
            <a:pPr>
              <a:buNone/>
            </a:pPr>
            <a:r>
              <a:rPr lang="en-US" b="1" dirty="0"/>
              <a:t>How to Spot Artifacts</a:t>
            </a:r>
          </a:p>
          <a:p>
            <a:pPr>
              <a:buNone/>
            </a:pPr>
            <a:endParaRPr lang="en-US" b="1" dirty="0"/>
          </a:p>
          <a:p>
            <a:pPr>
              <a:buNone/>
            </a:pPr>
            <a:r>
              <a:rPr lang="en-US" dirty="0"/>
              <a:t>Look for </a:t>
            </a:r>
            <a:r>
              <a:rPr lang="en-US" b="1" dirty="0"/>
              <a:t>unnatural changes</a:t>
            </a:r>
            <a:r>
              <a:rPr lang="en-US" dirty="0"/>
              <a:t> in the signal. Typical artifact patterns include:</a:t>
            </a:r>
          </a:p>
        </p:txBody>
      </p:sp>
      <p:sp>
        <p:nvSpPr>
          <p:cNvPr id="10" name="TextBox 9">
            <a:extLst>
              <a:ext uri="{FF2B5EF4-FFF2-40B4-BE49-F238E27FC236}">
                <a16:creationId xmlns:a16="http://schemas.microsoft.com/office/drawing/2014/main" id="{C1610BC2-AA45-C852-F7D7-B378F52727D4}"/>
              </a:ext>
            </a:extLst>
          </p:cNvPr>
          <p:cNvSpPr txBox="1"/>
          <p:nvPr/>
        </p:nvSpPr>
        <p:spPr>
          <a:xfrm>
            <a:off x="374545" y="3995066"/>
            <a:ext cx="6534255" cy="923330"/>
          </a:xfrm>
          <a:prstGeom prst="rect">
            <a:avLst/>
          </a:prstGeom>
          <a:solidFill>
            <a:schemeClr val="bg2"/>
          </a:solidFill>
        </p:spPr>
        <p:txBody>
          <a:bodyPr wrap="square">
            <a:spAutoFit/>
          </a:bodyPr>
          <a:lstStyle/>
          <a:p>
            <a:pPr>
              <a:buNone/>
            </a:pPr>
            <a:r>
              <a:rPr lang="en-US" b="1" dirty="0">
                <a:solidFill>
                  <a:srgbClr val="FF0000"/>
                </a:solidFill>
              </a:rPr>
              <a:t>Quick Rule of Thumb</a:t>
            </a:r>
          </a:p>
          <a:p>
            <a:pPr>
              <a:buNone/>
            </a:pPr>
            <a:r>
              <a:rPr lang="en-US" b="1" dirty="0"/>
              <a:t>If a change happens faster than the body can react, it is an artifact.</a:t>
            </a:r>
            <a:endParaRPr lang="en-US" dirty="0"/>
          </a:p>
          <a:p>
            <a:pPr>
              <a:buNone/>
            </a:pPr>
            <a:r>
              <a:rPr lang="en-US" dirty="0"/>
              <a:t>SCRs rise over </a:t>
            </a:r>
            <a:r>
              <a:rPr lang="en-US" b="1" dirty="0"/>
              <a:t>1–3 seconds</a:t>
            </a:r>
            <a:r>
              <a:rPr lang="en-US" dirty="0"/>
              <a:t> but an artifact looks </a:t>
            </a:r>
            <a:r>
              <a:rPr lang="en-US" b="1" dirty="0"/>
              <a:t>instant</a:t>
            </a:r>
            <a:r>
              <a:rPr lang="en-US" dirty="0"/>
              <a:t>.</a:t>
            </a:r>
          </a:p>
        </p:txBody>
      </p:sp>
      <p:pic>
        <p:nvPicPr>
          <p:cNvPr id="13" name="Picture 12">
            <a:extLst>
              <a:ext uri="{FF2B5EF4-FFF2-40B4-BE49-F238E27FC236}">
                <a16:creationId xmlns:a16="http://schemas.microsoft.com/office/drawing/2014/main" id="{9AF87690-DCCF-28FE-5CED-0C95CCB4FB22}"/>
              </a:ext>
            </a:extLst>
          </p:cNvPr>
          <p:cNvPicPr>
            <a:picLocks noChangeAspect="1"/>
          </p:cNvPicPr>
          <p:nvPr/>
        </p:nvPicPr>
        <p:blipFill>
          <a:blip r:embed="rId3"/>
          <a:srcRect l="35958" r="33608"/>
          <a:stretch>
            <a:fillRect/>
          </a:stretch>
        </p:blipFill>
        <p:spPr>
          <a:xfrm>
            <a:off x="7733553" y="690723"/>
            <a:ext cx="1884620" cy="2475690"/>
          </a:xfrm>
          <a:prstGeom prst="rect">
            <a:avLst/>
          </a:prstGeom>
        </p:spPr>
      </p:pic>
      <p:pic>
        <p:nvPicPr>
          <p:cNvPr id="15" name="Picture 14">
            <a:extLst>
              <a:ext uri="{FF2B5EF4-FFF2-40B4-BE49-F238E27FC236}">
                <a16:creationId xmlns:a16="http://schemas.microsoft.com/office/drawing/2014/main" id="{DDA49FBB-7E74-15D5-1129-ADB723E586C5}"/>
              </a:ext>
            </a:extLst>
          </p:cNvPr>
          <p:cNvPicPr>
            <a:picLocks noChangeAspect="1"/>
          </p:cNvPicPr>
          <p:nvPr/>
        </p:nvPicPr>
        <p:blipFill>
          <a:blip r:embed="rId4"/>
          <a:srcRect r="15040"/>
          <a:stretch>
            <a:fillRect/>
          </a:stretch>
        </p:blipFill>
        <p:spPr>
          <a:xfrm>
            <a:off x="9732147" y="3275105"/>
            <a:ext cx="1915187" cy="2501153"/>
          </a:xfrm>
          <a:prstGeom prst="rect">
            <a:avLst/>
          </a:prstGeom>
        </p:spPr>
      </p:pic>
      <p:pic>
        <p:nvPicPr>
          <p:cNvPr id="17" name="Picture 16">
            <a:extLst>
              <a:ext uri="{FF2B5EF4-FFF2-40B4-BE49-F238E27FC236}">
                <a16:creationId xmlns:a16="http://schemas.microsoft.com/office/drawing/2014/main" id="{F8C54161-DD5B-F6D5-2EC4-DA1290861BEB}"/>
              </a:ext>
            </a:extLst>
          </p:cNvPr>
          <p:cNvPicPr>
            <a:picLocks noChangeAspect="1"/>
          </p:cNvPicPr>
          <p:nvPr/>
        </p:nvPicPr>
        <p:blipFill>
          <a:blip r:embed="rId5"/>
          <a:stretch>
            <a:fillRect/>
          </a:stretch>
        </p:blipFill>
        <p:spPr>
          <a:xfrm>
            <a:off x="7733553" y="3275105"/>
            <a:ext cx="1884620" cy="2501153"/>
          </a:xfrm>
          <a:prstGeom prst="rect">
            <a:avLst/>
          </a:prstGeom>
        </p:spPr>
      </p:pic>
      <p:sp>
        <p:nvSpPr>
          <p:cNvPr id="3" name="Slide Number Placeholder 2">
            <a:extLst>
              <a:ext uri="{FF2B5EF4-FFF2-40B4-BE49-F238E27FC236}">
                <a16:creationId xmlns:a16="http://schemas.microsoft.com/office/drawing/2014/main" id="{F68DE043-1079-AB60-CAE6-6602079DF66B}"/>
              </a:ext>
            </a:extLst>
          </p:cNvPr>
          <p:cNvSpPr>
            <a:spLocks noGrp="1"/>
          </p:cNvSpPr>
          <p:nvPr>
            <p:ph type="sldNum" sz="quarter" idx="12"/>
          </p:nvPr>
        </p:nvSpPr>
        <p:spPr/>
        <p:txBody>
          <a:bodyPr/>
          <a:lstStyle/>
          <a:p>
            <a:fld id="{AA6C878E-6624-8940-965B-E61AF946BCDB}" type="slidenum">
              <a:rPr lang="en-GB" noProof="0" smtClean="0"/>
              <a:t>7</a:t>
            </a:fld>
            <a:endParaRPr lang="en-GB" noProof="0"/>
          </a:p>
        </p:txBody>
      </p:sp>
      <p:sp>
        <p:nvSpPr>
          <p:cNvPr id="4" name="TextBox 3">
            <a:extLst>
              <a:ext uri="{FF2B5EF4-FFF2-40B4-BE49-F238E27FC236}">
                <a16:creationId xmlns:a16="http://schemas.microsoft.com/office/drawing/2014/main" id="{82F24537-0933-E63E-5FC3-DA15148B2248}"/>
              </a:ext>
            </a:extLst>
          </p:cNvPr>
          <p:cNvSpPr txBox="1"/>
          <p:nvPr/>
        </p:nvSpPr>
        <p:spPr>
          <a:xfrm>
            <a:off x="1126786" y="635531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30057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3894F-C21B-F893-5BD9-5ACEB44FAD56}"/>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D908B85C-58B6-606D-003E-BDAA016F8724}"/>
              </a:ext>
            </a:extLst>
          </p:cNvPr>
          <p:cNvPicPr>
            <a:picLocks noChangeAspect="1"/>
          </p:cNvPicPr>
          <p:nvPr/>
        </p:nvPicPr>
        <p:blipFill>
          <a:blip r:embed="rId2"/>
          <a:stretch>
            <a:fillRect/>
          </a:stretch>
        </p:blipFill>
        <p:spPr>
          <a:xfrm>
            <a:off x="723152" y="1054313"/>
            <a:ext cx="4063647" cy="3399299"/>
          </a:xfrm>
          <a:prstGeom prst="rect">
            <a:avLst/>
          </a:prstGeom>
        </p:spPr>
      </p:pic>
      <p:sp>
        <p:nvSpPr>
          <p:cNvPr id="3" name="TextBox 2">
            <a:extLst>
              <a:ext uri="{FF2B5EF4-FFF2-40B4-BE49-F238E27FC236}">
                <a16:creationId xmlns:a16="http://schemas.microsoft.com/office/drawing/2014/main" id="{AE612C79-19C2-57C3-1A8E-EC3422A91DE8}"/>
              </a:ext>
            </a:extLst>
          </p:cNvPr>
          <p:cNvSpPr txBox="1"/>
          <p:nvPr/>
        </p:nvSpPr>
        <p:spPr>
          <a:xfrm>
            <a:off x="5085977" y="2342293"/>
            <a:ext cx="6096000" cy="2862322"/>
          </a:xfrm>
          <a:prstGeom prst="rect">
            <a:avLst/>
          </a:prstGeom>
          <a:noFill/>
        </p:spPr>
        <p:txBody>
          <a:bodyPr wrap="square">
            <a:spAutoFit/>
          </a:bodyPr>
          <a:lstStyle/>
          <a:p>
            <a:pPr>
              <a:buNone/>
            </a:pPr>
            <a:r>
              <a:rPr lang="en-US" dirty="0"/>
              <a:t>Please note that when you start </a:t>
            </a:r>
            <a:r>
              <a:rPr lang="en-US" b="1" dirty="0" err="1"/>
              <a:t>BeltApp</a:t>
            </a:r>
            <a:r>
              <a:rPr lang="en-US" dirty="0"/>
              <a:t>, it may take a little while to open.</a:t>
            </a:r>
          </a:p>
          <a:p>
            <a:pPr>
              <a:buNone/>
            </a:pPr>
            <a:br>
              <a:rPr lang="en-US" dirty="0"/>
            </a:br>
            <a:r>
              <a:rPr lang="en-US" dirty="0"/>
              <a:t>This delay is completely normal; </a:t>
            </a:r>
            <a:r>
              <a:rPr lang="en-US" dirty="0" err="1"/>
              <a:t>BeltApp</a:t>
            </a:r>
            <a:r>
              <a:rPr lang="en-US" dirty="0"/>
              <a:t> runs on top of MATLAB, which needs to load several background components before the interface appears. </a:t>
            </a:r>
            <a:br>
              <a:rPr lang="en-US" dirty="0"/>
            </a:br>
            <a:endParaRPr lang="en-US" dirty="0"/>
          </a:p>
          <a:p>
            <a:pPr>
              <a:buNone/>
            </a:pPr>
            <a:r>
              <a:rPr lang="en-US" dirty="0"/>
              <a:t>And this delay is also a good opportunity to think about the opportunity cost; all the things that you could do with your life rather than cleaning artifacts..</a:t>
            </a:r>
          </a:p>
        </p:txBody>
      </p:sp>
      <p:sp>
        <p:nvSpPr>
          <p:cNvPr id="5" name="TextBox 4">
            <a:extLst>
              <a:ext uri="{FF2B5EF4-FFF2-40B4-BE49-F238E27FC236}">
                <a16:creationId xmlns:a16="http://schemas.microsoft.com/office/drawing/2014/main" id="{BD6488CC-C446-CC9C-2BA0-7CBCBCE16B82}"/>
              </a:ext>
            </a:extLst>
          </p:cNvPr>
          <p:cNvSpPr txBox="1"/>
          <p:nvPr/>
        </p:nvSpPr>
        <p:spPr>
          <a:xfrm>
            <a:off x="5085977" y="1362338"/>
            <a:ext cx="6096000" cy="369332"/>
          </a:xfrm>
          <a:prstGeom prst="rect">
            <a:avLst/>
          </a:prstGeom>
          <a:noFill/>
        </p:spPr>
        <p:txBody>
          <a:bodyPr wrap="square">
            <a:spAutoFit/>
          </a:bodyPr>
          <a:lstStyle/>
          <a:p>
            <a:pPr>
              <a:buNone/>
            </a:pPr>
            <a:r>
              <a:rPr lang="en-US" b="1" dirty="0"/>
              <a:t>Now you are ready to open the </a:t>
            </a:r>
            <a:r>
              <a:rPr lang="en-US" b="1" dirty="0" err="1"/>
              <a:t>BeltApp</a:t>
            </a:r>
            <a:endParaRPr lang="en-US" b="1" dirty="0"/>
          </a:p>
        </p:txBody>
      </p:sp>
      <p:sp>
        <p:nvSpPr>
          <p:cNvPr id="7" name="TextBox 6">
            <a:extLst>
              <a:ext uri="{FF2B5EF4-FFF2-40B4-BE49-F238E27FC236}">
                <a16:creationId xmlns:a16="http://schemas.microsoft.com/office/drawing/2014/main" id="{6837E1A1-ECC6-63F2-A695-D2F4EAF0B85D}"/>
              </a:ext>
            </a:extLst>
          </p:cNvPr>
          <p:cNvSpPr txBox="1"/>
          <p:nvPr/>
        </p:nvSpPr>
        <p:spPr>
          <a:xfrm>
            <a:off x="2271059" y="382383"/>
            <a:ext cx="7291294" cy="369332"/>
          </a:xfrm>
          <a:prstGeom prst="rect">
            <a:avLst/>
          </a:prstGeom>
          <a:noFill/>
        </p:spPr>
        <p:txBody>
          <a:bodyPr wrap="square">
            <a:spAutoFit/>
          </a:bodyPr>
          <a:lstStyle/>
          <a:p>
            <a:r>
              <a:rPr lang="en-US" b="1" dirty="0"/>
              <a:t>Cleaning Skin Conductance Data and Identifying Artifacts in </a:t>
            </a:r>
            <a:r>
              <a:rPr lang="en-US" b="1" dirty="0" err="1"/>
              <a:t>BeltApp</a:t>
            </a:r>
            <a:endParaRPr lang="en-US" b="1" dirty="0"/>
          </a:p>
        </p:txBody>
      </p:sp>
      <p:sp>
        <p:nvSpPr>
          <p:cNvPr id="2" name="Slide Number Placeholder 1">
            <a:extLst>
              <a:ext uri="{FF2B5EF4-FFF2-40B4-BE49-F238E27FC236}">
                <a16:creationId xmlns:a16="http://schemas.microsoft.com/office/drawing/2014/main" id="{2E33143F-F81E-4BAE-1BBE-B2D9430AA593}"/>
              </a:ext>
            </a:extLst>
          </p:cNvPr>
          <p:cNvSpPr>
            <a:spLocks noGrp="1"/>
          </p:cNvSpPr>
          <p:nvPr>
            <p:ph type="sldNum" sz="quarter" idx="12"/>
          </p:nvPr>
        </p:nvSpPr>
        <p:spPr/>
        <p:txBody>
          <a:bodyPr/>
          <a:lstStyle/>
          <a:p>
            <a:fld id="{AA6C878E-6624-8940-965B-E61AF946BCDB}" type="slidenum">
              <a:rPr lang="en-GB" noProof="0" smtClean="0"/>
              <a:t>8</a:t>
            </a:fld>
            <a:endParaRPr lang="en-GB" noProof="0"/>
          </a:p>
        </p:txBody>
      </p:sp>
      <p:sp>
        <p:nvSpPr>
          <p:cNvPr id="4" name="TextBox 3">
            <a:extLst>
              <a:ext uri="{FF2B5EF4-FFF2-40B4-BE49-F238E27FC236}">
                <a16:creationId xmlns:a16="http://schemas.microsoft.com/office/drawing/2014/main" id="{B1A824B7-9494-D660-F408-8951EDD89D90}"/>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1207164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C55EF-8C7A-9FDE-A1EB-B0D914BFC5CC}"/>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1E34C56-BB6B-B247-64B9-5121D0C79FBA}"/>
              </a:ext>
            </a:extLst>
          </p:cNvPr>
          <p:cNvSpPr/>
          <p:nvPr/>
        </p:nvSpPr>
        <p:spPr>
          <a:xfrm>
            <a:off x="0" y="0"/>
            <a:ext cx="12192000" cy="60792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229109EA-A3EB-7306-BA60-30DFD01652A5}"/>
              </a:ext>
            </a:extLst>
          </p:cNvPr>
          <p:cNvPicPr>
            <a:picLocks noChangeAspect="1"/>
          </p:cNvPicPr>
          <p:nvPr/>
        </p:nvPicPr>
        <p:blipFill>
          <a:blip r:embed="rId2"/>
          <a:stretch>
            <a:fillRect/>
          </a:stretch>
        </p:blipFill>
        <p:spPr>
          <a:xfrm>
            <a:off x="0" y="97410"/>
            <a:ext cx="12192000" cy="6121560"/>
          </a:xfrm>
          <a:prstGeom prst="rect">
            <a:avLst/>
          </a:prstGeom>
        </p:spPr>
      </p:pic>
      <p:sp>
        <p:nvSpPr>
          <p:cNvPr id="3" name="Rectangle: Rounded Corners 2">
            <a:extLst>
              <a:ext uri="{FF2B5EF4-FFF2-40B4-BE49-F238E27FC236}">
                <a16:creationId xmlns:a16="http://schemas.microsoft.com/office/drawing/2014/main" id="{A1BA295C-F373-38F5-F419-7A84B069BB91}"/>
              </a:ext>
            </a:extLst>
          </p:cNvPr>
          <p:cNvSpPr/>
          <p:nvPr/>
        </p:nvSpPr>
        <p:spPr>
          <a:xfrm>
            <a:off x="2761422" y="3873807"/>
            <a:ext cx="1148841" cy="383762"/>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EB8BB2D5-FEA7-148D-C31E-381212175463}"/>
              </a:ext>
            </a:extLst>
          </p:cNvPr>
          <p:cNvCxnSpPr>
            <a:cxnSpLocks/>
          </p:cNvCxnSpPr>
          <p:nvPr/>
        </p:nvCxnSpPr>
        <p:spPr>
          <a:xfrm>
            <a:off x="2761422" y="3085144"/>
            <a:ext cx="371245" cy="788663"/>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B530C21-DA85-E3A5-6831-90AD65078A3D}"/>
              </a:ext>
            </a:extLst>
          </p:cNvPr>
          <p:cNvSpPr txBox="1"/>
          <p:nvPr/>
        </p:nvSpPr>
        <p:spPr>
          <a:xfrm>
            <a:off x="1612581" y="2777367"/>
            <a:ext cx="1148841" cy="307777"/>
          </a:xfrm>
          <a:prstGeom prst="rect">
            <a:avLst/>
          </a:prstGeom>
          <a:solidFill>
            <a:schemeClr val="bg1"/>
          </a:solidFill>
        </p:spPr>
        <p:txBody>
          <a:bodyPr wrap="none" rtlCol="0">
            <a:spAutoFit/>
          </a:bodyPr>
          <a:lstStyle/>
          <a:p>
            <a:r>
              <a:rPr lang="en-US" sz="1400" dirty="0">
                <a:solidFill>
                  <a:srgbClr val="FF0000"/>
                </a:solidFill>
              </a:rPr>
              <a:t>1. Click here</a:t>
            </a:r>
          </a:p>
        </p:txBody>
      </p:sp>
      <p:pic>
        <p:nvPicPr>
          <p:cNvPr id="9" name="Picture 8">
            <a:extLst>
              <a:ext uri="{FF2B5EF4-FFF2-40B4-BE49-F238E27FC236}">
                <a16:creationId xmlns:a16="http://schemas.microsoft.com/office/drawing/2014/main" id="{937638F1-9DBC-D09A-8E51-EE002A9F1C06}"/>
              </a:ext>
            </a:extLst>
          </p:cNvPr>
          <p:cNvPicPr>
            <a:picLocks noChangeAspect="1"/>
          </p:cNvPicPr>
          <p:nvPr/>
        </p:nvPicPr>
        <p:blipFill>
          <a:blip r:embed="rId3"/>
          <a:stretch>
            <a:fillRect/>
          </a:stretch>
        </p:blipFill>
        <p:spPr>
          <a:xfrm>
            <a:off x="6389314" y="1107938"/>
            <a:ext cx="5543463" cy="3338858"/>
          </a:xfrm>
          <a:prstGeom prst="rect">
            <a:avLst/>
          </a:prstGeom>
        </p:spPr>
      </p:pic>
      <p:sp>
        <p:nvSpPr>
          <p:cNvPr id="10" name="TextBox 9">
            <a:extLst>
              <a:ext uri="{FF2B5EF4-FFF2-40B4-BE49-F238E27FC236}">
                <a16:creationId xmlns:a16="http://schemas.microsoft.com/office/drawing/2014/main" id="{2157BE29-33C8-CF8E-6768-E409A93BDE15}"/>
              </a:ext>
            </a:extLst>
          </p:cNvPr>
          <p:cNvSpPr txBox="1"/>
          <p:nvPr/>
        </p:nvSpPr>
        <p:spPr>
          <a:xfrm>
            <a:off x="7558873" y="1151277"/>
            <a:ext cx="2743059" cy="307777"/>
          </a:xfrm>
          <a:prstGeom prst="rect">
            <a:avLst/>
          </a:prstGeom>
          <a:solidFill>
            <a:schemeClr val="bg1"/>
          </a:solidFill>
        </p:spPr>
        <p:txBody>
          <a:bodyPr wrap="none" rtlCol="0">
            <a:spAutoFit/>
          </a:bodyPr>
          <a:lstStyle/>
          <a:p>
            <a:r>
              <a:rPr lang="en-US" sz="1400" b="1" dirty="0">
                <a:solidFill>
                  <a:srgbClr val="FF0000"/>
                </a:solidFill>
              </a:rPr>
              <a:t>Then you see this pop-up window.</a:t>
            </a:r>
          </a:p>
        </p:txBody>
      </p:sp>
      <p:sp>
        <p:nvSpPr>
          <p:cNvPr id="11" name="TextBox 10">
            <a:extLst>
              <a:ext uri="{FF2B5EF4-FFF2-40B4-BE49-F238E27FC236}">
                <a16:creationId xmlns:a16="http://schemas.microsoft.com/office/drawing/2014/main" id="{80903677-A284-7F18-FDDB-CAE650B53454}"/>
              </a:ext>
            </a:extLst>
          </p:cNvPr>
          <p:cNvSpPr txBox="1"/>
          <p:nvPr/>
        </p:nvSpPr>
        <p:spPr>
          <a:xfrm>
            <a:off x="10149533" y="1534238"/>
            <a:ext cx="1783244" cy="523220"/>
          </a:xfrm>
          <a:prstGeom prst="rect">
            <a:avLst/>
          </a:prstGeom>
          <a:solidFill>
            <a:schemeClr val="bg1"/>
          </a:solidFill>
        </p:spPr>
        <p:txBody>
          <a:bodyPr wrap="square" rtlCol="0">
            <a:spAutoFit/>
          </a:bodyPr>
          <a:lstStyle/>
          <a:p>
            <a:r>
              <a:rPr lang="en-US" sz="1400" dirty="0">
                <a:solidFill>
                  <a:srgbClr val="FF0000"/>
                </a:solidFill>
              </a:rPr>
              <a:t>2. Name the project and set the directory</a:t>
            </a:r>
          </a:p>
        </p:txBody>
      </p:sp>
      <p:cxnSp>
        <p:nvCxnSpPr>
          <p:cNvPr id="13" name="Straight Arrow Connector 12">
            <a:extLst>
              <a:ext uri="{FF2B5EF4-FFF2-40B4-BE49-F238E27FC236}">
                <a16:creationId xmlns:a16="http://schemas.microsoft.com/office/drawing/2014/main" id="{172D0D35-2F77-AD4E-8FF2-422C6B0A2520}"/>
              </a:ext>
            </a:extLst>
          </p:cNvPr>
          <p:cNvCxnSpPr>
            <a:cxnSpLocks/>
          </p:cNvCxnSpPr>
          <p:nvPr/>
        </p:nvCxnSpPr>
        <p:spPr>
          <a:xfrm flipH="1">
            <a:off x="9736667" y="1826593"/>
            <a:ext cx="412865" cy="153889"/>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6937631-5800-9962-0FC9-D9032B480B2B}"/>
              </a:ext>
            </a:extLst>
          </p:cNvPr>
          <p:cNvCxnSpPr>
            <a:cxnSpLocks/>
          </p:cNvCxnSpPr>
          <p:nvPr/>
        </p:nvCxnSpPr>
        <p:spPr>
          <a:xfrm>
            <a:off x="10301932" y="1978993"/>
            <a:ext cx="0" cy="283872"/>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CE19B80E-D292-B31C-9A9C-668C667FAD04}"/>
              </a:ext>
            </a:extLst>
          </p:cNvPr>
          <p:cNvSpPr/>
          <p:nvPr/>
        </p:nvSpPr>
        <p:spPr>
          <a:xfrm>
            <a:off x="10783936" y="4063034"/>
            <a:ext cx="1148841" cy="383762"/>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C6F3624-FD68-4DF0-5605-63DF7C8CE3A3}"/>
              </a:ext>
            </a:extLst>
          </p:cNvPr>
          <p:cNvCxnSpPr>
            <a:cxnSpLocks/>
          </p:cNvCxnSpPr>
          <p:nvPr/>
        </p:nvCxnSpPr>
        <p:spPr>
          <a:xfrm>
            <a:off x="10783936" y="3873807"/>
            <a:ext cx="371245" cy="189227"/>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0C87F8A-637E-D81B-ECEB-8A4D420AFDB3}"/>
              </a:ext>
            </a:extLst>
          </p:cNvPr>
          <p:cNvSpPr txBox="1"/>
          <p:nvPr/>
        </p:nvSpPr>
        <p:spPr>
          <a:xfrm>
            <a:off x="9613552" y="3668702"/>
            <a:ext cx="1071960" cy="307777"/>
          </a:xfrm>
          <a:prstGeom prst="rect">
            <a:avLst/>
          </a:prstGeom>
          <a:solidFill>
            <a:schemeClr val="bg1"/>
          </a:solidFill>
        </p:spPr>
        <p:txBody>
          <a:bodyPr wrap="none" rtlCol="0">
            <a:spAutoFit/>
          </a:bodyPr>
          <a:lstStyle/>
          <a:p>
            <a:r>
              <a:rPr lang="en-US" sz="1400" dirty="0">
                <a:solidFill>
                  <a:srgbClr val="FF0000"/>
                </a:solidFill>
              </a:rPr>
              <a:t>3. Click here</a:t>
            </a:r>
          </a:p>
        </p:txBody>
      </p:sp>
      <p:sp>
        <p:nvSpPr>
          <p:cNvPr id="6" name="Slide Number Placeholder 5">
            <a:extLst>
              <a:ext uri="{FF2B5EF4-FFF2-40B4-BE49-F238E27FC236}">
                <a16:creationId xmlns:a16="http://schemas.microsoft.com/office/drawing/2014/main" id="{B3D2557D-1923-DCC2-140A-1F7ED70AF7F7}"/>
              </a:ext>
            </a:extLst>
          </p:cNvPr>
          <p:cNvSpPr>
            <a:spLocks noGrp="1"/>
          </p:cNvSpPr>
          <p:nvPr>
            <p:ph type="sldNum" sz="quarter" idx="12"/>
          </p:nvPr>
        </p:nvSpPr>
        <p:spPr/>
        <p:txBody>
          <a:bodyPr/>
          <a:lstStyle/>
          <a:p>
            <a:fld id="{AA6C878E-6624-8940-965B-E61AF946BCDB}" type="slidenum">
              <a:rPr lang="en-GB" noProof="0" smtClean="0"/>
              <a:t>9</a:t>
            </a:fld>
            <a:endParaRPr lang="en-GB" noProof="0"/>
          </a:p>
        </p:txBody>
      </p:sp>
      <p:sp>
        <p:nvSpPr>
          <p:cNvPr id="7" name="TextBox 6">
            <a:extLst>
              <a:ext uri="{FF2B5EF4-FFF2-40B4-BE49-F238E27FC236}">
                <a16:creationId xmlns:a16="http://schemas.microsoft.com/office/drawing/2014/main" id="{B658F5DD-78FE-9A4C-97DE-EB4F276ABDB4}"/>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2589349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ABE4A-2E2E-5D33-B8E7-D73E849C96B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336B325-3C0F-3B9D-24FA-C2D82AFA9180}"/>
              </a:ext>
            </a:extLst>
          </p:cNvPr>
          <p:cNvPicPr>
            <a:picLocks noChangeAspect="1"/>
          </p:cNvPicPr>
          <p:nvPr/>
        </p:nvPicPr>
        <p:blipFill>
          <a:blip r:embed="rId2"/>
          <a:stretch>
            <a:fillRect/>
          </a:stretch>
        </p:blipFill>
        <p:spPr>
          <a:xfrm>
            <a:off x="78430" y="565629"/>
            <a:ext cx="4210638" cy="2267266"/>
          </a:xfrm>
          <a:prstGeom prst="rect">
            <a:avLst/>
          </a:prstGeom>
        </p:spPr>
      </p:pic>
      <p:cxnSp>
        <p:nvCxnSpPr>
          <p:cNvPr id="4" name="Straight Arrow Connector 3">
            <a:extLst>
              <a:ext uri="{FF2B5EF4-FFF2-40B4-BE49-F238E27FC236}">
                <a16:creationId xmlns:a16="http://schemas.microsoft.com/office/drawing/2014/main" id="{249597BC-B242-6F7F-1768-E90CB2013047}"/>
              </a:ext>
            </a:extLst>
          </p:cNvPr>
          <p:cNvCxnSpPr>
            <a:cxnSpLocks/>
          </p:cNvCxnSpPr>
          <p:nvPr/>
        </p:nvCxnSpPr>
        <p:spPr>
          <a:xfrm flipV="1">
            <a:off x="1125754" y="2579464"/>
            <a:ext cx="0" cy="695647"/>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B67F047-862A-F870-6D13-1EA0DF11CEB0}"/>
              </a:ext>
            </a:extLst>
          </p:cNvPr>
          <p:cNvSpPr txBox="1"/>
          <p:nvPr/>
        </p:nvSpPr>
        <p:spPr>
          <a:xfrm>
            <a:off x="712934" y="3121223"/>
            <a:ext cx="3374642" cy="307777"/>
          </a:xfrm>
          <a:prstGeom prst="rect">
            <a:avLst/>
          </a:prstGeom>
          <a:solidFill>
            <a:schemeClr val="bg1"/>
          </a:solidFill>
        </p:spPr>
        <p:txBody>
          <a:bodyPr wrap="none" rtlCol="0">
            <a:spAutoFit/>
          </a:bodyPr>
          <a:lstStyle/>
          <a:p>
            <a:r>
              <a:rPr lang="en-US" sz="1400" dirty="0" err="1">
                <a:solidFill>
                  <a:srgbClr val="FF0000"/>
                </a:solidFill>
              </a:rPr>
              <a:t>BELTapp</a:t>
            </a:r>
            <a:r>
              <a:rPr lang="en-US" sz="1400" dirty="0">
                <a:solidFill>
                  <a:srgbClr val="FF0000"/>
                </a:solidFill>
              </a:rPr>
              <a:t> creates those folders automatically</a:t>
            </a:r>
          </a:p>
        </p:txBody>
      </p:sp>
      <p:cxnSp>
        <p:nvCxnSpPr>
          <p:cNvPr id="15" name="Straight Arrow Connector 14">
            <a:extLst>
              <a:ext uri="{FF2B5EF4-FFF2-40B4-BE49-F238E27FC236}">
                <a16:creationId xmlns:a16="http://schemas.microsoft.com/office/drawing/2014/main" id="{96CE404F-298C-3728-BA93-C536601B97BE}"/>
              </a:ext>
            </a:extLst>
          </p:cNvPr>
          <p:cNvCxnSpPr>
            <a:cxnSpLocks/>
          </p:cNvCxnSpPr>
          <p:nvPr/>
        </p:nvCxnSpPr>
        <p:spPr>
          <a:xfrm flipV="1">
            <a:off x="5320623" y="2771382"/>
            <a:ext cx="0" cy="657618"/>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84E3DA0-87C4-B9BB-3401-D35879DB7929}"/>
              </a:ext>
            </a:extLst>
          </p:cNvPr>
          <p:cNvSpPr txBox="1"/>
          <p:nvPr/>
        </p:nvSpPr>
        <p:spPr>
          <a:xfrm>
            <a:off x="4331683" y="3249993"/>
            <a:ext cx="3345687" cy="954107"/>
          </a:xfrm>
          <a:prstGeom prst="rect">
            <a:avLst/>
          </a:prstGeom>
          <a:solidFill>
            <a:schemeClr val="bg1"/>
          </a:solidFill>
        </p:spPr>
        <p:txBody>
          <a:bodyPr wrap="square" rtlCol="0">
            <a:spAutoFit/>
          </a:bodyPr>
          <a:lstStyle/>
          <a:p>
            <a:pPr marL="342900" indent="-342900">
              <a:buAutoNum type="arabicPeriod"/>
            </a:pPr>
            <a:r>
              <a:rPr lang="en-US" sz="1400" dirty="0">
                <a:solidFill>
                  <a:srgbClr val="FF0000"/>
                </a:solidFill>
              </a:rPr>
              <a:t>Move your data into </a:t>
            </a:r>
            <a:r>
              <a:rPr lang="en-US" sz="1400" dirty="0" err="1">
                <a:solidFill>
                  <a:srgbClr val="FF0000"/>
                </a:solidFill>
              </a:rPr>
              <a:t>RawData</a:t>
            </a:r>
            <a:r>
              <a:rPr lang="en-US" sz="1400" dirty="0">
                <a:solidFill>
                  <a:srgbClr val="FF0000"/>
                </a:solidFill>
              </a:rPr>
              <a:t> folder.</a:t>
            </a:r>
          </a:p>
          <a:p>
            <a:pPr marL="342900" indent="-342900">
              <a:buAutoNum type="arabicPeriod"/>
            </a:pPr>
            <a:r>
              <a:rPr lang="en-US" sz="1400" dirty="0">
                <a:solidFill>
                  <a:srgbClr val="FF0000"/>
                </a:solidFill>
              </a:rPr>
              <a:t>Make sure that you named each participant folder as per on the screenshot</a:t>
            </a:r>
          </a:p>
        </p:txBody>
      </p:sp>
      <p:pic>
        <p:nvPicPr>
          <p:cNvPr id="20" name="Picture 19">
            <a:extLst>
              <a:ext uri="{FF2B5EF4-FFF2-40B4-BE49-F238E27FC236}">
                <a16:creationId xmlns:a16="http://schemas.microsoft.com/office/drawing/2014/main" id="{C00D9E9E-15F3-057D-9D7B-B21B2C4D5D4B}"/>
              </a:ext>
            </a:extLst>
          </p:cNvPr>
          <p:cNvPicPr>
            <a:picLocks noChangeAspect="1"/>
          </p:cNvPicPr>
          <p:nvPr/>
        </p:nvPicPr>
        <p:blipFill>
          <a:blip r:embed="rId3"/>
          <a:stretch>
            <a:fillRect/>
          </a:stretch>
        </p:blipFill>
        <p:spPr>
          <a:xfrm>
            <a:off x="4514629" y="513642"/>
            <a:ext cx="3162741" cy="2257740"/>
          </a:xfrm>
          <a:prstGeom prst="rect">
            <a:avLst/>
          </a:prstGeom>
        </p:spPr>
      </p:pic>
      <p:pic>
        <p:nvPicPr>
          <p:cNvPr id="23" name="Picture 22">
            <a:extLst>
              <a:ext uri="{FF2B5EF4-FFF2-40B4-BE49-F238E27FC236}">
                <a16:creationId xmlns:a16="http://schemas.microsoft.com/office/drawing/2014/main" id="{924156D3-2792-650B-B058-5D4C02C94B83}"/>
              </a:ext>
            </a:extLst>
          </p:cNvPr>
          <p:cNvPicPr>
            <a:picLocks noChangeAspect="1"/>
          </p:cNvPicPr>
          <p:nvPr/>
        </p:nvPicPr>
        <p:blipFill>
          <a:blip r:embed="rId4"/>
          <a:stretch>
            <a:fillRect/>
          </a:stretch>
        </p:blipFill>
        <p:spPr>
          <a:xfrm>
            <a:off x="7855301" y="643357"/>
            <a:ext cx="4258269" cy="1609950"/>
          </a:xfrm>
          <a:prstGeom prst="rect">
            <a:avLst/>
          </a:prstGeom>
        </p:spPr>
      </p:pic>
      <p:cxnSp>
        <p:nvCxnSpPr>
          <p:cNvPr id="24" name="Straight Arrow Connector 23">
            <a:extLst>
              <a:ext uri="{FF2B5EF4-FFF2-40B4-BE49-F238E27FC236}">
                <a16:creationId xmlns:a16="http://schemas.microsoft.com/office/drawing/2014/main" id="{5F3FC792-683E-106A-287B-87D48993BBBF}"/>
              </a:ext>
            </a:extLst>
          </p:cNvPr>
          <p:cNvCxnSpPr>
            <a:cxnSpLocks/>
          </p:cNvCxnSpPr>
          <p:nvPr/>
        </p:nvCxnSpPr>
        <p:spPr>
          <a:xfrm flipV="1">
            <a:off x="8568267" y="2133600"/>
            <a:ext cx="0" cy="699295"/>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0C265CBB-6B1B-5361-65D6-93C04A56B375}"/>
              </a:ext>
            </a:extLst>
          </p:cNvPr>
          <p:cNvSpPr txBox="1"/>
          <p:nvPr/>
        </p:nvSpPr>
        <p:spPr>
          <a:xfrm>
            <a:off x="8282444" y="2726773"/>
            <a:ext cx="3556218" cy="523220"/>
          </a:xfrm>
          <a:prstGeom prst="rect">
            <a:avLst/>
          </a:prstGeom>
          <a:solidFill>
            <a:schemeClr val="bg1"/>
          </a:solidFill>
        </p:spPr>
        <p:txBody>
          <a:bodyPr wrap="square" rtlCol="0">
            <a:spAutoFit/>
          </a:bodyPr>
          <a:lstStyle/>
          <a:p>
            <a:r>
              <a:rPr lang="en-US" sz="1400" dirty="0">
                <a:solidFill>
                  <a:srgbClr val="FF0000"/>
                </a:solidFill>
              </a:rPr>
              <a:t>3. Raw data inside the participant’s folder must be named as “</a:t>
            </a:r>
            <a:r>
              <a:rPr lang="en-US" sz="1400" dirty="0" err="1">
                <a:solidFill>
                  <a:srgbClr val="FF0000"/>
                </a:solidFill>
              </a:rPr>
              <a:t>physiodata</a:t>
            </a:r>
            <a:r>
              <a:rPr lang="en-US" sz="1400" dirty="0">
                <a:solidFill>
                  <a:srgbClr val="FF0000"/>
                </a:solidFill>
              </a:rPr>
              <a:t>”</a:t>
            </a:r>
          </a:p>
        </p:txBody>
      </p:sp>
      <p:pic>
        <p:nvPicPr>
          <p:cNvPr id="29" name="Picture 28">
            <a:extLst>
              <a:ext uri="{FF2B5EF4-FFF2-40B4-BE49-F238E27FC236}">
                <a16:creationId xmlns:a16="http://schemas.microsoft.com/office/drawing/2014/main" id="{2A8A2AED-6BA9-5A45-05E3-03168E1AA2F3}"/>
              </a:ext>
            </a:extLst>
          </p:cNvPr>
          <p:cNvPicPr>
            <a:picLocks noChangeAspect="1"/>
          </p:cNvPicPr>
          <p:nvPr/>
        </p:nvPicPr>
        <p:blipFill>
          <a:blip r:embed="rId5"/>
          <a:stretch>
            <a:fillRect/>
          </a:stretch>
        </p:blipFill>
        <p:spPr>
          <a:xfrm>
            <a:off x="4130258" y="4879646"/>
            <a:ext cx="7563906" cy="781159"/>
          </a:xfrm>
          <a:prstGeom prst="rect">
            <a:avLst/>
          </a:prstGeom>
        </p:spPr>
      </p:pic>
      <p:cxnSp>
        <p:nvCxnSpPr>
          <p:cNvPr id="30" name="Straight Arrow Connector 29">
            <a:extLst>
              <a:ext uri="{FF2B5EF4-FFF2-40B4-BE49-F238E27FC236}">
                <a16:creationId xmlns:a16="http://schemas.microsoft.com/office/drawing/2014/main" id="{7E529F56-C88C-CC24-3824-454EB8FF7759}"/>
              </a:ext>
            </a:extLst>
          </p:cNvPr>
          <p:cNvCxnSpPr>
            <a:cxnSpLocks/>
            <a:stCxn id="31" idx="3"/>
            <a:endCxn id="29" idx="1"/>
          </p:cNvCxnSpPr>
          <p:nvPr/>
        </p:nvCxnSpPr>
        <p:spPr>
          <a:xfrm flipV="1">
            <a:off x="3556218" y="5270226"/>
            <a:ext cx="574040" cy="1872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0759AE9D-8263-AF00-0878-6D3402C6BE88}"/>
              </a:ext>
            </a:extLst>
          </p:cNvPr>
          <p:cNvSpPr txBox="1"/>
          <p:nvPr/>
        </p:nvSpPr>
        <p:spPr>
          <a:xfrm>
            <a:off x="0" y="5027336"/>
            <a:ext cx="3556218" cy="523220"/>
          </a:xfrm>
          <a:prstGeom prst="rect">
            <a:avLst/>
          </a:prstGeom>
          <a:solidFill>
            <a:schemeClr val="bg1"/>
          </a:solidFill>
        </p:spPr>
        <p:txBody>
          <a:bodyPr wrap="square" rtlCol="0">
            <a:spAutoFit/>
          </a:bodyPr>
          <a:lstStyle/>
          <a:p>
            <a:r>
              <a:rPr lang="en-US" sz="1400" dirty="0">
                <a:solidFill>
                  <a:srgbClr val="FF0000"/>
                </a:solidFill>
              </a:rPr>
              <a:t>4. Create the “</a:t>
            </a:r>
            <a:r>
              <a:rPr lang="en-US" sz="1400" dirty="0" err="1">
                <a:solidFill>
                  <a:srgbClr val="FF0000"/>
                </a:solidFill>
              </a:rPr>
              <a:t>ParticipantData</a:t>
            </a:r>
            <a:r>
              <a:rPr lang="en-US" sz="1400" dirty="0">
                <a:solidFill>
                  <a:srgbClr val="FF0000"/>
                </a:solidFill>
              </a:rPr>
              <a:t>” file based on the right format here&gt;</a:t>
            </a:r>
          </a:p>
        </p:txBody>
      </p:sp>
      <p:sp>
        <p:nvSpPr>
          <p:cNvPr id="38" name="TextBox 37">
            <a:extLst>
              <a:ext uri="{FF2B5EF4-FFF2-40B4-BE49-F238E27FC236}">
                <a16:creationId xmlns:a16="http://schemas.microsoft.com/office/drawing/2014/main" id="{DC6CE76C-0D5E-F3CE-4E7B-B1EB5EF7B5F9}"/>
              </a:ext>
            </a:extLst>
          </p:cNvPr>
          <p:cNvSpPr txBox="1"/>
          <p:nvPr/>
        </p:nvSpPr>
        <p:spPr>
          <a:xfrm>
            <a:off x="2894827" y="5971478"/>
            <a:ext cx="6219397" cy="276999"/>
          </a:xfrm>
          <a:prstGeom prst="rect">
            <a:avLst/>
          </a:prstGeom>
          <a:noFill/>
        </p:spPr>
        <p:txBody>
          <a:bodyPr wrap="square">
            <a:spAutoFit/>
          </a:bodyPr>
          <a:lstStyle/>
          <a:p>
            <a:r>
              <a:rPr lang="en-US" sz="1200" dirty="0"/>
              <a:t>Note: if you do not have exact </a:t>
            </a:r>
            <a:r>
              <a:rPr lang="en-US" sz="1200" dirty="0" err="1"/>
              <a:t>start&amp;end</a:t>
            </a:r>
            <a:r>
              <a:rPr lang="en-US" sz="1200" dirty="0"/>
              <a:t> time you can always write “</a:t>
            </a:r>
            <a:r>
              <a:rPr lang="en-US" sz="1200" b="1" dirty="0" err="1"/>
              <a:t>startfile</a:t>
            </a:r>
            <a:r>
              <a:rPr lang="en-US" sz="1200" dirty="0"/>
              <a:t>” and “</a:t>
            </a:r>
            <a:r>
              <a:rPr lang="en-US" sz="1200" b="1" dirty="0" err="1"/>
              <a:t>endfile</a:t>
            </a:r>
            <a:r>
              <a:rPr lang="en-US" sz="1200" dirty="0"/>
              <a:t>” here</a:t>
            </a:r>
          </a:p>
        </p:txBody>
      </p:sp>
      <p:cxnSp>
        <p:nvCxnSpPr>
          <p:cNvPr id="39" name="Straight Arrow Connector 38">
            <a:extLst>
              <a:ext uri="{FF2B5EF4-FFF2-40B4-BE49-F238E27FC236}">
                <a16:creationId xmlns:a16="http://schemas.microsoft.com/office/drawing/2014/main" id="{5C5532B4-BA12-DEBA-D486-25B3B45EEE31}"/>
              </a:ext>
            </a:extLst>
          </p:cNvPr>
          <p:cNvCxnSpPr>
            <a:cxnSpLocks/>
          </p:cNvCxnSpPr>
          <p:nvPr/>
        </p:nvCxnSpPr>
        <p:spPr>
          <a:xfrm flipH="1" flipV="1">
            <a:off x="7225748" y="5660805"/>
            <a:ext cx="139148" cy="310673"/>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3" name="Rectangle: Rounded Corners 42">
            <a:extLst>
              <a:ext uri="{FF2B5EF4-FFF2-40B4-BE49-F238E27FC236}">
                <a16:creationId xmlns:a16="http://schemas.microsoft.com/office/drawing/2014/main" id="{015BC9C4-A7A3-2E30-E33E-2B83F12B2912}"/>
              </a:ext>
            </a:extLst>
          </p:cNvPr>
          <p:cNvSpPr/>
          <p:nvPr/>
        </p:nvSpPr>
        <p:spPr>
          <a:xfrm>
            <a:off x="5777813" y="5417479"/>
            <a:ext cx="1706351" cy="276999"/>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9AC565B6-96A3-970E-6FFA-789500C7A332}"/>
              </a:ext>
            </a:extLst>
          </p:cNvPr>
          <p:cNvSpPr/>
          <p:nvPr/>
        </p:nvSpPr>
        <p:spPr>
          <a:xfrm>
            <a:off x="7599987" y="5412056"/>
            <a:ext cx="1706351" cy="276999"/>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Arrow Connector 44">
            <a:extLst>
              <a:ext uri="{FF2B5EF4-FFF2-40B4-BE49-F238E27FC236}">
                <a16:creationId xmlns:a16="http://schemas.microsoft.com/office/drawing/2014/main" id="{74D8735A-38F8-874A-E95E-8B7AAB640F62}"/>
              </a:ext>
            </a:extLst>
          </p:cNvPr>
          <p:cNvCxnSpPr>
            <a:cxnSpLocks/>
            <a:endCxn id="44" idx="2"/>
          </p:cNvCxnSpPr>
          <p:nvPr/>
        </p:nvCxnSpPr>
        <p:spPr>
          <a:xfrm flipV="1">
            <a:off x="8453162" y="5689055"/>
            <a:ext cx="1" cy="310673"/>
          </a:xfrm>
          <a:prstGeom prst="straightConnector1">
            <a:avLst/>
          </a:prstGeom>
          <a:ln w="2857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B20EF45E-D480-6DF8-7320-70CD58DDC108}"/>
              </a:ext>
            </a:extLst>
          </p:cNvPr>
          <p:cNvSpPr>
            <a:spLocks noGrp="1"/>
          </p:cNvSpPr>
          <p:nvPr>
            <p:ph type="sldNum" sz="quarter" idx="12"/>
          </p:nvPr>
        </p:nvSpPr>
        <p:spPr/>
        <p:txBody>
          <a:bodyPr/>
          <a:lstStyle/>
          <a:p>
            <a:fld id="{AA6C878E-6624-8940-965B-E61AF946BCDB}" type="slidenum">
              <a:rPr lang="en-GB" noProof="0" smtClean="0"/>
              <a:t>10</a:t>
            </a:fld>
            <a:endParaRPr lang="en-GB" noProof="0"/>
          </a:p>
        </p:txBody>
      </p:sp>
      <p:sp>
        <p:nvSpPr>
          <p:cNvPr id="3" name="TextBox 2">
            <a:extLst>
              <a:ext uri="{FF2B5EF4-FFF2-40B4-BE49-F238E27FC236}">
                <a16:creationId xmlns:a16="http://schemas.microsoft.com/office/drawing/2014/main" id="{B2786118-111F-8527-750E-D68335A70BCA}"/>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3233406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42285-5DD2-D510-C03D-41537D6ADA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D3DE32-5D47-A284-9FE9-F55C687D21B6}"/>
              </a:ext>
            </a:extLst>
          </p:cNvPr>
          <p:cNvSpPr txBox="1"/>
          <p:nvPr/>
        </p:nvSpPr>
        <p:spPr>
          <a:xfrm>
            <a:off x="594400" y="524263"/>
            <a:ext cx="5201745" cy="307777"/>
          </a:xfrm>
          <a:prstGeom prst="rect">
            <a:avLst/>
          </a:prstGeom>
          <a:solidFill>
            <a:schemeClr val="bg1"/>
          </a:solidFill>
        </p:spPr>
        <p:txBody>
          <a:bodyPr wrap="none" rtlCol="0">
            <a:spAutoFit/>
          </a:bodyPr>
          <a:lstStyle/>
          <a:p>
            <a:r>
              <a:rPr lang="en-US" sz="1400" dirty="0">
                <a:solidFill>
                  <a:srgbClr val="FF0000"/>
                </a:solidFill>
              </a:rPr>
              <a:t>Once you create the right layout of the folders\file with right formats:</a:t>
            </a:r>
          </a:p>
        </p:txBody>
      </p:sp>
      <p:grpSp>
        <p:nvGrpSpPr>
          <p:cNvPr id="6" name="Group 5">
            <a:extLst>
              <a:ext uri="{FF2B5EF4-FFF2-40B4-BE49-F238E27FC236}">
                <a16:creationId xmlns:a16="http://schemas.microsoft.com/office/drawing/2014/main" id="{EB78E006-D3F2-EE97-CF61-4597D44C8B55}"/>
              </a:ext>
            </a:extLst>
          </p:cNvPr>
          <p:cNvGrpSpPr/>
          <p:nvPr/>
        </p:nvGrpSpPr>
        <p:grpSpPr>
          <a:xfrm>
            <a:off x="101600" y="1034368"/>
            <a:ext cx="6988918" cy="3954658"/>
            <a:chOff x="766548" y="1060245"/>
            <a:chExt cx="6988918" cy="3954658"/>
          </a:xfrm>
        </p:grpSpPr>
        <p:pic>
          <p:nvPicPr>
            <p:cNvPr id="13" name="Picture 12">
              <a:extLst>
                <a:ext uri="{FF2B5EF4-FFF2-40B4-BE49-F238E27FC236}">
                  <a16:creationId xmlns:a16="http://schemas.microsoft.com/office/drawing/2014/main" id="{011B2718-95FF-A714-7701-59ABC3CE58D1}"/>
                </a:ext>
              </a:extLst>
            </p:cNvPr>
            <p:cNvPicPr>
              <a:picLocks noChangeAspect="1"/>
            </p:cNvPicPr>
            <p:nvPr/>
          </p:nvPicPr>
          <p:blipFill>
            <a:blip r:embed="rId2"/>
            <a:stretch>
              <a:fillRect/>
            </a:stretch>
          </p:blipFill>
          <p:spPr>
            <a:xfrm>
              <a:off x="766548" y="1060245"/>
              <a:ext cx="6988918" cy="3519321"/>
            </a:xfrm>
            <a:prstGeom prst="rect">
              <a:avLst/>
            </a:prstGeom>
          </p:spPr>
        </p:pic>
        <p:sp>
          <p:nvSpPr>
            <p:cNvPr id="14" name="Rectangle: Rounded Corners 13">
              <a:extLst>
                <a:ext uri="{FF2B5EF4-FFF2-40B4-BE49-F238E27FC236}">
                  <a16:creationId xmlns:a16="http://schemas.microsoft.com/office/drawing/2014/main" id="{FF812753-1AA7-85A3-BFF5-6CA02FE4F9A0}"/>
                </a:ext>
              </a:extLst>
            </p:cNvPr>
            <p:cNvSpPr/>
            <p:nvPr/>
          </p:nvSpPr>
          <p:spPr>
            <a:xfrm>
              <a:off x="2327018" y="3243619"/>
              <a:ext cx="739621" cy="239368"/>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FC725259-3EAB-97AE-5901-243CB763908F}"/>
                </a:ext>
              </a:extLst>
            </p:cNvPr>
            <p:cNvCxnSpPr>
              <a:cxnSpLocks/>
            </p:cNvCxnSpPr>
            <p:nvPr/>
          </p:nvCxnSpPr>
          <p:spPr>
            <a:xfrm flipV="1">
              <a:off x="2327018" y="3490864"/>
              <a:ext cx="185623" cy="1315236"/>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66C22A0B-0403-8A5A-B812-2F478E071C6D}"/>
                </a:ext>
              </a:extLst>
            </p:cNvPr>
            <p:cNvSpPr txBox="1"/>
            <p:nvPr/>
          </p:nvSpPr>
          <p:spPr>
            <a:xfrm>
              <a:off x="1158579" y="4707126"/>
              <a:ext cx="2265737" cy="307777"/>
            </a:xfrm>
            <a:prstGeom prst="rect">
              <a:avLst/>
            </a:prstGeom>
            <a:solidFill>
              <a:schemeClr val="bg1"/>
            </a:solidFill>
          </p:spPr>
          <p:txBody>
            <a:bodyPr wrap="square" rtlCol="0">
              <a:spAutoFit/>
            </a:bodyPr>
            <a:lstStyle/>
            <a:p>
              <a:r>
                <a:rPr lang="en-US" sz="1400" dirty="0">
                  <a:solidFill>
                    <a:srgbClr val="FF0000"/>
                  </a:solidFill>
                </a:rPr>
                <a:t>1. Click “new project” again</a:t>
              </a:r>
            </a:p>
          </p:txBody>
        </p:sp>
      </p:grpSp>
      <p:pic>
        <p:nvPicPr>
          <p:cNvPr id="3" name="Picture 2">
            <a:extLst>
              <a:ext uri="{FF2B5EF4-FFF2-40B4-BE49-F238E27FC236}">
                <a16:creationId xmlns:a16="http://schemas.microsoft.com/office/drawing/2014/main" id="{6802C369-3035-8F56-C3EB-3289030418C4}"/>
              </a:ext>
            </a:extLst>
          </p:cNvPr>
          <p:cNvPicPr>
            <a:picLocks noChangeAspect="1"/>
          </p:cNvPicPr>
          <p:nvPr/>
        </p:nvPicPr>
        <p:blipFill>
          <a:blip r:embed="rId3"/>
          <a:stretch>
            <a:fillRect/>
          </a:stretch>
        </p:blipFill>
        <p:spPr>
          <a:xfrm>
            <a:off x="7488556" y="1034368"/>
            <a:ext cx="4601844" cy="2736957"/>
          </a:xfrm>
          <a:prstGeom prst="rect">
            <a:avLst/>
          </a:prstGeom>
        </p:spPr>
      </p:pic>
      <p:sp>
        <p:nvSpPr>
          <p:cNvPr id="9" name="TextBox 8">
            <a:extLst>
              <a:ext uri="{FF2B5EF4-FFF2-40B4-BE49-F238E27FC236}">
                <a16:creationId xmlns:a16="http://schemas.microsoft.com/office/drawing/2014/main" id="{1E3058C0-1C01-D1B7-BF1B-7B5A2D7C4145}"/>
              </a:ext>
            </a:extLst>
          </p:cNvPr>
          <p:cNvSpPr txBox="1"/>
          <p:nvPr/>
        </p:nvSpPr>
        <p:spPr>
          <a:xfrm>
            <a:off x="8303568" y="524263"/>
            <a:ext cx="3513685" cy="523220"/>
          </a:xfrm>
          <a:prstGeom prst="rect">
            <a:avLst/>
          </a:prstGeom>
          <a:solidFill>
            <a:schemeClr val="bg1"/>
          </a:solidFill>
        </p:spPr>
        <p:txBody>
          <a:bodyPr wrap="square" rtlCol="0">
            <a:spAutoFit/>
          </a:bodyPr>
          <a:lstStyle/>
          <a:p>
            <a:r>
              <a:rPr lang="en-US" sz="1400" dirty="0">
                <a:solidFill>
                  <a:srgbClr val="FF0000"/>
                </a:solidFill>
              </a:rPr>
              <a:t>2. Name the project and select the folder location we just generated.</a:t>
            </a:r>
          </a:p>
        </p:txBody>
      </p:sp>
      <p:pic>
        <p:nvPicPr>
          <p:cNvPr id="10" name="Picture 9">
            <a:extLst>
              <a:ext uri="{FF2B5EF4-FFF2-40B4-BE49-F238E27FC236}">
                <a16:creationId xmlns:a16="http://schemas.microsoft.com/office/drawing/2014/main" id="{02CF061A-2F8E-4CEA-04D2-37BAF23999A0}"/>
              </a:ext>
            </a:extLst>
          </p:cNvPr>
          <p:cNvPicPr>
            <a:picLocks noChangeAspect="1"/>
          </p:cNvPicPr>
          <p:nvPr/>
        </p:nvPicPr>
        <p:blipFill>
          <a:blip r:embed="rId4"/>
          <a:stretch>
            <a:fillRect/>
          </a:stretch>
        </p:blipFill>
        <p:spPr>
          <a:xfrm>
            <a:off x="7812365" y="4264498"/>
            <a:ext cx="2885098" cy="1553514"/>
          </a:xfrm>
          <a:prstGeom prst="rect">
            <a:avLst/>
          </a:prstGeom>
          <a:ln w="34925">
            <a:solidFill>
              <a:srgbClr val="FF0000"/>
            </a:solidFill>
          </a:ln>
        </p:spPr>
      </p:pic>
      <p:cxnSp>
        <p:nvCxnSpPr>
          <p:cNvPr id="11" name="Straight Arrow Connector 10">
            <a:extLst>
              <a:ext uri="{FF2B5EF4-FFF2-40B4-BE49-F238E27FC236}">
                <a16:creationId xmlns:a16="http://schemas.microsoft.com/office/drawing/2014/main" id="{CC698A65-CE20-CA57-BBA0-32632F96130A}"/>
              </a:ext>
            </a:extLst>
          </p:cNvPr>
          <p:cNvCxnSpPr>
            <a:cxnSpLocks/>
            <a:stCxn id="10" idx="0"/>
          </p:cNvCxnSpPr>
          <p:nvPr/>
        </p:nvCxnSpPr>
        <p:spPr>
          <a:xfrm flipV="1">
            <a:off x="9254914" y="2133600"/>
            <a:ext cx="454236" cy="2130898"/>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47B47D6C-575E-B069-3405-C4882EBF17DD}"/>
              </a:ext>
            </a:extLst>
          </p:cNvPr>
          <p:cNvSpPr/>
          <p:nvPr/>
        </p:nvSpPr>
        <p:spPr>
          <a:xfrm>
            <a:off x="11142133" y="3517900"/>
            <a:ext cx="849043" cy="253426"/>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A61D7B74-4650-A787-1987-AC01201FD838}"/>
              </a:ext>
            </a:extLst>
          </p:cNvPr>
          <p:cNvCxnSpPr>
            <a:cxnSpLocks/>
          </p:cNvCxnSpPr>
          <p:nvPr/>
        </p:nvCxnSpPr>
        <p:spPr>
          <a:xfrm flipV="1">
            <a:off x="11538208" y="3687479"/>
            <a:ext cx="131715" cy="660865"/>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71DA8BA3-E989-5B16-2A27-77B6765B5A2A}"/>
              </a:ext>
            </a:extLst>
          </p:cNvPr>
          <p:cNvSpPr txBox="1"/>
          <p:nvPr/>
        </p:nvSpPr>
        <p:spPr>
          <a:xfrm>
            <a:off x="10885907" y="4246903"/>
            <a:ext cx="1249424" cy="276999"/>
          </a:xfrm>
          <a:prstGeom prst="rect">
            <a:avLst/>
          </a:prstGeom>
          <a:solidFill>
            <a:schemeClr val="bg1"/>
          </a:solidFill>
        </p:spPr>
        <p:txBody>
          <a:bodyPr wrap="square" rtlCol="0">
            <a:spAutoFit/>
          </a:bodyPr>
          <a:lstStyle/>
          <a:p>
            <a:r>
              <a:rPr lang="en-US" sz="1200" dirty="0">
                <a:solidFill>
                  <a:srgbClr val="FF0000"/>
                </a:solidFill>
              </a:rPr>
              <a:t>3. Click create</a:t>
            </a:r>
          </a:p>
        </p:txBody>
      </p:sp>
      <p:sp>
        <p:nvSpPr>
          <p:cNvPr id="2" name="Slide Number Placeholder 1">
            <a:extLst>
              <a:ext uri="{FF2B5EF4-FFF2-40B4-BE49-F238E27FC236}">
                <a16:creationId xmlns:a16="http://schemas.microsoft.com/office/drawing/2014/main" id="{06292A26-A363-4A94-DA60-3EE2770BBF6F}"/>
              </a:ext>
            </a:extLst>
          </p:cNvPr>
          <p:cNvSpPr>
            <a:spLocks noGrp="1"/>
          </p:cNvSpPr>
          <p:nvPr>
            <p:ph type="sldNum" sz="quarter" idx="12"/>
          </p:nvPr>
        </p:nvSpPr>
        <p:spPr/>
        <p:txBody>
          <a:bodyPr/>
          <a:lstStyle/>
          <a:p>
            <a:fld id="{AA6C878E-6624-8940-965B-E61AF946BCDB}" type="slidenum">
              <a:rPr lang="en-GB" noProof="0" smtClean="0"/>
              <a:t>11</a:t>
            </a:fld>
            <a:endParaRPr lang="en-GB" noProof="0"/>
          </a:p>
        </p:txBody>
      </p:sp>
      <p:sp>
        <p:nvSpPr>
          <p:cNvPr id="4" name="TextBox 3">
            <a:extLst>
              <a:ext uri="{FF2B5EF4-FFF2-40B4-BE49-F238E27FC236}">
                <a16:creationId xmlns:a16="http://schemas.microsoft.com/office/drawing/2014/main" id="{5A770790-C812-503D-9600-BD581447DE57}"/>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262140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01E20-C74A-B567-04D6-C1B372F7BA6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7987FBE-47B7-5C46-0591-4FE2FBFFA8E2}"/>
              </a:ext>
            </a:extLst>
          </p:cNvPr>
          <p:cNvPicPr>
            <a:picLocks noChangeAspect="1"/>
          </p:cNvPicPr>
          <p:nvPr/>
        </p:nvPicPr>
        <p:blipFill>
          <a:blip r:embed="rId2"/>
          <a:stretch>
            <a:fillRect/>
          </a:stretch>
        </p:blipFill>
        <p:spPr>
          <a:xfrm>
            <a:off x="0" y="768351"/>
            <a:ext cx="5963364" cy="3009900"/>
          </a:xfrm>
          <a:prstGeom prst="rect">
            <a:avLst/>
          </a:prstGeom>
        </p:spPr>
      </p:pic>
      <p:sp>
        <p:nvSpPr>
          <p:cNvPr id="7" name="Rectangle: Rounded Corners 6">
            <a:extLst>
              <a:ext uri="{FF2B5EF4-FFF2-40B4-BE49-F238E27FC236}">
                <a16:creationId xmlns:a16="http://schemas.microsoft.com/office/drawing/2014/main" id="{0C2A3040-95C2-A5C5-A88F-C52E1099342F}"/>
              </a:ext>
            </a:extLst>
          </p:cNvPr>
          <p:cNvSpPr/>
          <p:nvPr/>
        </p:nvSpPr>
        <p:spPr>
          <a:xfrm>
            <a:off x="370927" y="1466799"/>
            <a:ext cx="127594" cy="103954"/>
          </a:xfrm>
          <a:prstGeom prst="round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138F603B-7E33-A583-96DD-1B651345F77D}"/>
              </a:ext>
            </a:extLst>
          </p:cNvPr>
          <p:cNvCxnSpPr>
            <a:cxnSpLocks/>
          </p:cNvCxnSpPr>
          <p:nvPr/>
        </p:nvCxnSpPr>
        <p:spPr>
          <a:xfrm flipH="1" flipV="1">
            <a:off x="498521" y="1626192"/>
            <a:ext cx="63758" cy="1277187"/>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496E179-98D9-70D6-1C04-F45AD97668AB}"/>
              </a:ext>
            </a:extLst>
          </p:cNvPr>
          <p:cNvSpPr txBox="1"/>
          <p:nvPr/>
        </p:nvSpPr>
        <p:spPr>
          <a:xfrm>
            <a:off x="370306" y="2824503"/>
            <a:ext cx="2080793" cy="461665"/>
          </a:xfrm>
          <a:prstGeom prst="rect">
            <a:avLst/>
          </a:prstGeom>
          <a:solidFill>
            <a:schemeClr val="bg1"/>
          </a:solidFill>
        </p:spPr>
        <p:txBody>
          <a:bodyPr wrap="square" rtlCol="0">
            <a:spAutoFit/>
          </a:bodyPr>
          <a:lstStyle/>
          <a:p>
            <a:r>
              <a:rPr lang="en-US" sz="1200" dirty="0">
                <a:solidFill>
                  <a:srgbClr val="FF0000"/>
                </a:solidFill>
              </a:rPr>
              <a:t>1.  Click here for the segmentation of all data. </a:t>
            </a:r>
          </a:p>
        </p:txBody>
      </p:sp>
      <p:pic>
        <p:nvPicPr>
          <p:cNvPr id="23" name="Picture 22">
            <a:extLst>
              <a:ext uri="{FF2B5EF4-FFF2-40B4-BE49-F238E27FC236}">
                <a16:creationId xmlns:a16="http://schemas.microsoft.com/office/drawing/2014/main" id="{12DC097B-A3B9-34BA-8954-2367ECE64E67}"/>
              </a:ext>
            </a:extLst>
          </p:cNvPr>
          <p:cNvPicPr>
            <a:picLocks noChangeAspect="1"/>
          </p:cNvPicPr>
          <p:nvPr/>
        </p:nvPicPr>
        <p:blipFill>
          <a:blip r:embed="rId3"/>
          <a:stretch>
            <a:fillRect/>
          </a:stretch>
        </p:blipFill>
        <p:spPr>
          <a:xfrm>
            <a:off x="6091579" y="768351"/>
            <a:ext cx="5945020" cy="3009900"/>
          </a:xfrm>
          <a:prstGeom prst="rect">
            <a:avLst/>
          </a:prstGeom>
        </p:spPr>
      </p:pic>
      <p:sp>
        <p:nvSpPr>
          <p:cNvPr id="24" name="TextBox 23">
            <a:extLst>
              <a:ext uri="{FF2B5EF4-FFF2-40B4-BE49-F238E27FC236}">
                <a16:creationId xmlns:a16="http://schemas.microsoft.com/office/drawing/2014/main" id="{9BC3B6DE-D561-8CF0-841D-96FC499A76F3}"/>
              </a:ext>
            </a:extLst>
          </p:cNvPr>
          <p:cNvSpPr txBox="1"/>
          <p:nvPr/>
        </p:nvSpPr>
        <p:spPr>
          <a:xfrm>
            <a:off x="6471061" y="3914937"/>
            <a:ext cx="4968878" cy="461665"/>
          </a:xfrm>
          <a:prstGeom prst="rect">
            <a:avLst/>
          </a:prstGeom>
          <a:solidFill>
            <a:schemeClr val="bg1"/>
          </a:solidFill>
        </p:spPr>
        <p:txBody>
          <a:bodyPr wrap="square" rtlCol="0">
            <a:spAutoFit/>
          </a:bodyPr>
          <a:lstStyle/>
          <a:p>
            <a:r>
              <a:rPr lang="en-US" sz="1200" dirty="0" err="1">
                <a:solidFill>
                  <a:srgbClr val="FF0000"/>
                </a:solidFill>
              </a:rPr>
              <a:t>Beltapp</a:t>
            </a:r>
            <a:r>
              <a:rPr lang="en-US" sz="1200" dirty="0">
                <a:solidFill>
                  <a:srgbClr val="FF0000"/>
                </a:solidFill>
              </a:rPr>
              <a:t> cuts all the data and segments them based on the onset and offset time you entered into </a:t>
            </a:r>
            <a:r>
              <a:rPr lang="en-US" sz="1200" dirty="0" err="1">
                <a:solidFill>
                  <a:srgbClr val="FF0000"/>
                </a:solidFill>
              </a:rPr>
              <a:t>ParticipantData</a:t>
            </a:r>
            <a:r>
              <a:rPr lang="en-US" sz="1200" dirty="0">
                <a:solidFill>
                  <a:srgbClr val="FF0000"/>
                </a:solidFill>
              </a:rPr>
              <a:t> file.</a:t>
            </a:r>
          </a:p>
        </p:txBody>
      </p:sp>
      <p:sp>
        <p:nvSpPr>
          <p:cNvPr id="27" name="TextBox 26">
            <a:extLst>
              <a:ext uri="{FF2B5EF4-FFF2-40B4-BE49-F238E27FC236}">
                <a16:creationId xmlns:a16="http://schemas.microsoft.com/office/drawing/2014/main" id="{703D3FE0-C4E4-E86D-6387-E9D708589F1D}"/>
              </a:ext>
            </a:extLst>
          </p:cNvPr>
          <p:cNvSpPr txBox="1"/>
          <p:nvPr/>
        </p:nvSpPr>
        <p:spPr>
          <a:xfrm>
            <a:off x="1641505" y="5032001"/>
            <a:ext cx="8900147" cy="646331"/>
          </a:xfrm>
          <a:prstGeom prst="rect">
            <a:avLst/>
          </a:prstGeom>
          <a:noFill/>
        </p:spPr>
        <p:txBody>
          <a:bodyPr wrap="square">
            <a:spAutoFit/>
          </a:bodyPr>
          <a:lstStyle/>
          <a:p>
            <a:r>
              <a:rPr lang="en-US" b="1" dirty="0"/>
              <a:t>The data are now ready for cleaning!</a:t>
            </a:r>
            <a:br>
              <a:rPr lang="en-US" dirty="0"/>
            </a:br>
            <a:r>
              <a:rPr lang="en-US" b="1" dirty="0"/>
              <a:t>From this point onward, the data-cleaning steps are demonstrated using a different dataset.</a:t>
            </a:r>
            <a:endParaRPr lang="en-US" sz="1800" b="1" dirty="0"/>
          </a:p>
        </p:txBody>
      </p:sp>
      <p:sp>
        <p:nvSpPr>
          <p:cNvPr id="2" name="Slide Number Placeholder 1">
            <a:extLst>
              <a:ext uri="{FF2B5EF4-FFF2-40B4-BE49-F238E27FC236}">
                <a16:creationId xmlns:a16="http://schemas.microsoft.com/office/drawing/2014/main" id="{94477E26-03CA-C6CE-5E9F-0AD1EF1A3395}"/>
              </a:ext>
            </a:extLst>
          </p:cNvPr>
          <p:cNvSpPr>
            <a:spLocks noGrp="1"/>
          </p:cNvSpPr>
          <p:nvPr>
            <p:ph type="sldNum" sz="quarter" idx="12"/>
          </p:nvPr>
        </p:nvSpPr>
        <p:spPr/>
        <p:txBody>
          <a:bodyPr/>
          <a:lstStyle/>
          <a:p>
            <a:fld id="{AA6C878E-6624-8940-965B-E61AF946BCDB}" type="slidenum">
              <a:rPr lang="en-GB" noProof="0" smtClean="0"/>
              <a:t>12</a:t>
            </a:fld>
            <a:endParaRPr lang="en-GB" noProof="0"/>
          </a:p>
        </p:txBody>
      </p:sp>
      <p:sp>
        <p:nvSpPr>
          <p:cNvPr id="3" name="TextBox 2">
            <a:extLst>
              <a:ext uri="{FF2B5EF4-FFF2-40B4-BE49-F238E27FC236}">
                <a16:creationId xmlns:a16="http://schemas.microsoft.com/office/drawing/2014/main" id="{A3816CE3-2B58-9BD4-7EF8-933A545769F4}"/>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1559506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E03CB-C56A-E5AE-81F5-F9869A89A41B}"/>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C2DCFBAB-1DAF-A541-9977-471EDCA65101}"/>
              </a:ext>
            </a:extLst>
          </p:cNvPr>
          <p:cNvSpPr/>
          <p:nvPr/>
        </p:nvSpPr>
        <p:spPr>
          <a:xfrm>
            <a:off x="0" y="0"/>
            <a:ext cx="12192000" cy="60792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0AB0C2CF-A72A-72F0-8CE7-171E4203A3C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872" y="0"/>
            <a:ext cx="12040255" cy="6083231"/>
          </a:xfrm>
          <a:prstGeom prst="rect">
            <a:avLst/>
          </a:prstGeom>
        </p:spPr>
      </p:pic>
      <p:sp>
        <p:nvSpPr>
          <p:cNvPr id="3" name="Rectangle: Rounded Corners 2">
            <a:extLst>
              <a:ext uri="{FF2B5EF4-FFF2-40B4-BE49-F238E27FC236}">
                <a16:creationId xmlns:a16="http://schemas.microsoft.com/office/drawing/2014/main" id="{886FCDFC-E388-0DA0-7220-7839385EFD6C}"/>
              </a:ext>
            </a:extLst>
          </p:cNvPr>
          <p:cNvSpPr/>
          <p:nvPr/>
        </p:nvSpPr>
        <p:spPr>
          <a:xfrm>
            <a:off x="778598" y="1059255"/>
            <a:ext cx="1638039" cy="2462543"/>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A2B48BF3-24E6-29F3-CBE3-BE0B15A50487}"/>
              </a:ext>
            </a:extLst>
          </p:cNvPr>
          <p:cNvCxnSpPr>
            <a:cxnSpLocks/>
          </p:cNvCxnSpPr>
          <p:nvPr/>
        </p:nvCxnSpPr>
        <p:spPr>
          <a:xfrm flipV="1">
            <a:off x="1597617" y="3639493"/>
            <a:ext cx="0" cy="672958"/>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A263E87-E76E-06CD-3FB8-3D6EEAE743DF}"/>
              </a:ext>
            </a:extLst>
          </p:cNvPr>
          <p:cNvSpPr txBox="1"/>
          <p:nvPr/>
        </p:nvSpPr>
        <p:spPr>
          <a:xfrm>
            <a:off x="458587" y="4430146"/>
            <a:ext cx="1870851" cy="738664"/>
          </a:xfrm>
          <a:prstGeom prst="rect">
            <a:avLst/>
          </a:prstGeom>
          <a:solidFill>
            <a:schemeClr val="bg1"/>
          </a:solidFill>
        </p:spPr>
        <p:txBody>
          <a:bodyPr wrap="square" rtlCol="0">
            <a:spAutoFit/>
          </a:bodyPr>
          <a:lstStyle/>
          <a:p>
            <a:r>
              <a:rPr lang="en-US" sz="1400" dirty="0">
                <a:solidFill>
                  <a:srgbClr val="FF0000"/>
                </a:solidFill>
              </a:rPr>
              <a:t>Make sure all the data are here, and they are selected like this</a:t>
            </a:r>
          </a:p>
        </p:txBody>
      </p:sp>
      <p:sp>
        <p:nvSpPr>
          <p:cNvPr id="5" name="Slide Number Placeholder 4">
            <a:extLst>
              <a:ext uri="{FF2B5EF4-FFF2-40B4-BE49-F238E27FC236}">
                <a16:creationId xmlns:a16="http://schemas.microsoft.com/office/drawing/2014/main" id="{20DD9268-9A3C-F592-32DA-2A6E5065621F}"/>
              </a:ext>
            </a:extLst>
          </p:cNvPr>
          <p:cNvSpPr>
            <a:spLocks noGrp="1"/>
          </p:cNvSpPr>
          <p:nvPr>
            <p:ph type="sldNum" sz="quarter" idx="12"/>
          </p:nvPr>
        </p:nvSpPr>
        <p:spPr/>
        <p:txBody>
          <a:bodyPr/>
          <a:lstStyle/>
          <a:p>
            <a:fld id="{AA6C878E-6624-8940-965B-E61AF946BCDB}" type="slidenum">
              <a:rPr lang="en-GB" noProof="0" smtClean="0"/>
              <a:t>13</a:t>
            </a:fld>
            <a:endParaRPr lang="en-GB" noProof="0"/>
          </a:p>
        </p:txBody>
      </p:sp>
      <p:sp>
        <p:nvSpPr>
          <p:cNvPr id="6" name="TextBox 5">
            <a:extLst>
              <a:ext uri="{FF2B5EF4-FFF2-40B4-BE49-F238E27FC236}">
                <a16:creationId xmlns:a16="http://schemas.microsoft.com/office/drawing/2014/main" id="{14A60588-8AE4-82A8-1701-C03C65095BE7}"/>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331863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BFDE0-DCE3-49B0-E26B-5BB93DD3DA8A}"/>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30FFD10F-5B42-921E-0E32-9A6074F35E84}"/>
              </a:ext>
            </a:extLst>
          </p:cNvPr>
          <p:cNvSpPr/>
          <p:nvPr/>
        </p:nvSpPr>
        <p:spPr>
          <a:xfrm>
            <a:off x="0" y="0"/>
            <a:ext cx="12192000" cy="60792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4290D38-DAFA-6DD0-9262-5B9D22100B28}"/>
              </a:ext>
            </a:extLst>
          </p:cNvPr>
          <p:cNvPicPr>
            <a:picLocks noChangeAspect="1"/>
          </p:cNvPicPr>
          <p:nvPr/>
        </p:nvPicPr>
        <p:blipFill>
          <a:blip r:embed="rId2"/>
          <a:stretch>
            <a:fillRect/>
          </a:stretch>
        </p:blipFill>
        <p:spPr>
          <a:xfrm>
            <a:off x="0" y="59137"/>
            <a:ext cx="12192000" cy="6159833"/>
          </a:xfrm>
          <a:prstGeom prst="rect">
            <a:avLst/>
          </a:prstGeom>
        </p:spPr>
      </p:pic>
      <p:sp>
        <p:nvSpPr>
          <p:cNvPr id="4" name="Rectangle: Rounded Corners 3">
            <a:extLst>
              <a:ext uri="{FF2B5EF4-FFF2-40B4-BE49-F238E27FC236}">
                <a16:creationId xmlns:a16="http://schemas.microsoft.com/office/drawing/2014/main" id="{D80B846C-0BA3-B115-A52F-8B6E152C63CB}"/>
              </a:ext>
            </a:extLst>
          </p:cNvPr>
          <p:cNvSpPr/>
          <p:nvPr/>
        </p:nvSpPr>
        <p:spPr>
          <a:xfrm>
            <a:off x="1097793" y="1257355"/>
            <a:ext cx="477510" cy="489963"/>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B14927C7-92CA-7728-5268-E7D87897DF85}"/>
              </a:ext>
            </a:extLst>
          </p:cNvPr>
          <p:cNvCxnSpPr>
            <a:cxnSpLocks/>
          </p:cNvCxnSpPr>
          <p:nvPr/>
        </p:nvCxnSpPr>
        <p:spPr>
          <a:xfrm flipH="1">
            <a:off x="1720158" y="325925"/>
            <a:ext cx="2362955" cy="93143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1D36A19-1710-9C33-1739-DB799F7C6126}"/>
              </a:ext>
            </a:extLst>
          </p:cNvPr>
          <p:cNvSpPr txBox="1"/>
          <p:nvPr/>
        </p:nvSpPr>
        <p:spPr>
          <a:xfrm>
            <a:off x="4122345" y="172036"/>
            <a:ext cx="6095451" cy="307777"/>
          </a:xfrm>
          <a:prstGeom prst="rect">
            <a:avLst/>
          </a:prstGeom>
          <a:solidFill>
            <a:schemeClr val="bg1"/>
          </a:solidFill>
        </p:spPr>
        <p:txBody>
          <a:bodyPr wrap="none" rtlCol="0">
            <a:spAutoFit/>
          </a:bodyPr>
          <a:lstStyle/>
          <a:p>
            <a:r>
              <a:rPr lang="en-US" sz="1400" dirty="0">
                <a:solidFill>
                  <a:srgbClr val="FF0000"/>
                </a:solidFill>
              </a:rPr>
              <a:t>Click here and wait for the participants data to show up on the right side like this </a:t>
            </a:r>
          </a:p>
        </p:txBody>
      </p:sp>
      <p:sp>
        <p:nvSpPr>
          <p:cNvPr id="2" name="Slide Number Placeholder 1">
            <a:extLst>
              <a:ext uri="{FF2B5EF4-FFF2-40B4-BE49-F238E27FC236}">
                <a16:creationId xmlns:a16="http://schemas.microsoft.com/office/drawing/2014/main" id="{A8F2BB6F-8AAF-C487-591E-CD3B5AC3C4AF}"/>
              </a:ext>
            </a:extLst>
          </p:cNvPr>
          <p:cNvSpPr>
            <a:spLocks noGrp="1"/>
          </p:cNvSpPr>
          <p:nvPr>
            <p:ph type="sldNum" sz="quarter" idx="12"/>
          </p:nvPr>
        </p:nvSpPr>
        <p:spPr/>
        <p:txBody>
          <a:bodyPr/>
          <a:lstStyle/>
          <a:p>
            <a:fld id="{AA6C878E-6624-8940-965B-E61AF946BCDB}" type="slidenum">
              <a:rPr lang="en-GB" noProof="0" smtClean="0"/>
              <a:t>14</a:t>
            </a:fld>
            <a:endParaRPr lang="en-GB" noProof="0"/>
          </a:p>
        </p:txBody>
      </p:sp>
      <p:sp>
        <p:nvSpPr>
          <p:cNvPr id="7" name="TextBox 6">
            <a:extLst>
              <a:ext uri="{FF2B5EF4-FFF2-40B4-BE49-F238E27FC236}">
                <a16:creationId xmlns:a16="http://schemas.microsoft.com/office/drawing/2014/main" id="{9873E9E7-1300-E5E6-8EB3-8879F084BEE2}"/>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776676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ABD7C-545F-AB2F-4067-CB5A6F2D648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74DE517F-28EB-EAAC-5D0E-92B4E510B509}"/>
              </a:ext>
            </a:extLst>
          </p:cNvPr>
          <p:cNvSpPr/>
          <p:nvPr/>
        </p:nvSpPr>
        <p:spPr>
          <a:xfrm>
            <a:off x="0" y="0"/>
            <a:ext cx="12192000" cy="607921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E25087E-E894-DBD2-B993-CCE13FAAD5A0}"/>
              </a:ext>
            </a:extLst>
          </p:cNvPr>
          <p:cNvPicPr>
            <a:picLocks noChangeAspect="1"/>
          </p:cNvPicPr>
          <p:nvPr/>
        </p:nvPicPr>
        <p:blipFill>
          <a:blip r:embed="rId2"/>
          <a:stretch>
            <a:fillRect/>
          </a:stretch>
        </p:blipFill>
        <p:spPr>
          <a:xfrm>
            <a:off x="0" y="1184641"/>
            <a:ext cx="12192000" cy="4894573"/>
          </a:xfrm>
          <a:prstGeom prst="rect">
            <a:avLst/>
          </a:prstGeom>
        </p:spPr>
      </p:pic>
      <p:sp>
        <p:nvSpPr>
          <p:cNvPr id="4" name="TextBox 3">
            <a:extLst>
              <a:ext uri="{FF2B5EF4-FFF2-40B4-BE49-F238E27FC236}">
                <a16:creationId xmlns:a16="http://schemas.microsoft.com/office/drawing/2014/main" id="{EAA7B5C6-DC9D-F850-116D-C26C8B50927E}"/>
              </a:ext>
            </a:extLst>
          </p:cNvPr>
          <p:cNvSpPr txBox="1"/>
          <p:nvPr/>
        </p:nvSpPr>
        <p:spPr>
          <a:xfrm>
            <a:off x="754726" y="162895"/>
            <a:ext cx="11437274" cy="954107"/>
          </a:xfrm>
          <a:prstGeom prst="rect">
            <a:avLst/>
          </a:prstGeom>
          <a:solidFill>
            <a:schemeClr val="bg1"/>
          </a:solidFill>
        </p:spPr>
        <p:txBody>
          <a:bodyPr wrap="square" rtlCol="0">
            <a:spAutoFit/>
          </a:bodyPr>
          <a:lstStyle/>
          <a:p>
            <a:pPr marL="285750" indent="-285750">
              <a:buFontTx/>
              <a:buChar char="-"/>
            </a:pPr>
            <a:r>
              <a:rPr lang="en-US" sz="1400" dirty="0">
                <a:solidFill>
                  <a:srgbClr val="FF0000"/>
                </a:solidFill>
              </a:rPr>
              <a:t>When you select full screen, it looks like this</a:t>
            </a:r>
          </a:p>
          <a:p>
            <a:pPr marL="285750" indent="-285750">
              <a:buFontTx/>
              <a:buChar char="-"/>
            </a:pPr>
            <a:r>
              <a:rPr lang="en-US" sz="1400" dirty="0">
                <a:solidFill>
                  <a:srgbClr val="FF0000"/>
                </a:solidFill>
              </a:rPr>
              <a:t>The </a:t>
            </a:r>
            <a:r>
              <a:rPr lang="en-US" sz="1400" u="sng" dirty="0" err="1">
                <a:solidFill>
                  <a:srgbClr val="FF0000"/>
                </a:solidFill>
              </a:rPr>
              <a:t>BeltApp</a:t>
            </a:r>
            <a:r>
              <a:rPr lang="en-US" sz="1400" u="sng" dirty="0">
                <a:solidFill>
                  <a:srgbClr val="FF0000"/>
                </a:solidFill>
              </a:rPr>
              <a:t> automatically marks suspicious segments with red boxes. </a:t>
            </a:r>
          </a:p>
          <a:p>
            <a:pPr marL="285750" indent="-285750">
              <a:buFontTx/>
              <a:buChar char="-"/>
            </a:pPr>
            <a:r>
              <a:rPr lang="en-US" sz="1400" dirty="0">
                <a:solidFill>
                  <a:srgbClr val="FF0000"/>
                </a:solidFill>
              </a:rPr>
              <a:t>In this case, it’s detected 7 potential artifacts</a:t>
            </a:r>
          </a:p>
          <a:p>
            <a:pPr marL="285750" indent="-285750">
              <a:buFontTx/>
              <a:buChar char="-"/>
            </a:pPr>
            <a:r>
              <a:rPr lang="en-US" sz="1400" dirty="0">
                <a:solidFill>
                  <a:srgbClr val="FF0000"/>
                </a:solidFill>
              </a:rPr>
              <a:t>You can check them by clicking right/left arrows.</a:t>
            </a:r>
          </a:p>
        </p:txBody>
      </p:sp>
      <p:sp>
        <p:nvSpPr>
          <p:cNvPr id="5" name="Rectangle: Rounded Corners 4">
            <a:extLst>
              <a:ext uri="{FF2B5EF4-FFF2-40B4-BE49-F238E27FC236}">
                <a16:creationId xmlns:a16="http://schemas.microsoft.com/office/drawing/2014/main" id="{982237C7-4BF7-A3E5-42B0-AB7CE42C73FF}"/>
              </a:ext>
            </a:extLst>
          </p:cNvPr>
          <p:cNvSpPr/>
          <p:nvPr/>
        </p:nvSpPr>
        <p:spPr>
          <a:xfrm>
            <a:off x="992096" y="1467228"/>
            <a:ext cx="2187386" cy="43982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F6F3A5C5-5A8A-4198-3554-7E63649E111D}"/>
              </a:ext>
            </a:extLst>
          </p:cNvPr>
          <p:cNvCxnSpPr>
            <a:cxnSpLocks/>
          </p:cNvCxnSpPr>
          <p:nvPr/>
        </p:nvCxnSpPr>
        <p:spPr>
          <a:xfrm flipH="1">
            <a:off x="2617695" y="1117002"/>
            <a:ext cx="998070" cy="510089"/>
          </a:xfrm>
          <a:prstGeom prst="straightConnector1">
            <a:avLst/>
          </a:prstGeom>
          <a:ln w="19050">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D1443E4-745E-D92A-E090-33F3A2573362}"/>
              </a:ext>
            </a:extLst>
          </p:cNvPr>
          <p:cNvSpPr txBox="1"/>
          <p:nvPr/>
        </p:nvSpPr>
        <p:spPr>
          <a:xfrm>
            <a:off x="1377577" y="2098659"/>
            <a:ext cx="5011737" cy="738664"/>
          </a:xfrm>
          <a:prstGeom prst="rect">
            <a:avLst/>
          </a:prstGeom>
          <a:noFill/>
        </p:spPr>
        <p:txBody>
          <a:bodyPr wrap="square">
            <a:spAutoFit/>
          </a:bodyPr>
          <a:lstStyle/>
          <a:p>
            <a:r>
              <a:rPr lang="en-US" sz="1400" dirty="0">
                <a:solidFill>
                  <a:srgbClr val="FF0000"/>
                </a:solidFill>
              </a:rPr>
              <a:t>!! But it does not detect all the artifacts and sometimes it detects the normal arousal as an artifact. So, we still need to go through the data and remove the artifacts one by one. </a:t>
            </a:r>
            <a:endParaRPr lang="en-US" sz="1400" dirty="0"/>
          </a:p>
        </p:txBody>
      </p:sp>
      <p:cxnSp>
        <p:nvCxnSpPr>
          <p:cNvPr id="13" name="Straight Arrow Connector 12">
            <a:extLst>
              <a:ext uri="{FF2B5EF4-FFF2-40B4-BE49-F238E27FC236}">
                <a16:creationId xmlns:a16="http://schemas.microsoft.com/office/drawing/2014/main" id="{DCC5D4A6-DB22-CFCF-FC2E-4C2CE9C35411}"/>
              </a:ext>
            </a:extLst>
          </p:cNvPr>
          <p:cNvCxnSpPr>
            <a:cxnSpLocks/>
          </p:cNvCxnSpPr>
          <p:nvPr/>
        </p:nvCxnSpPr>
        <p:spPr>
          <a:xfrm>
            <a:off x="5931647" y="821766"/>
            <a:ext cx="582706" cy="1204258"/>
          </a:xfrm>
          <a:prstGeom prst="straightConnector1">
            <a:avLst/>
          </a:prstGeom>
          <a:ln w="19050">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B9E030B3-F4DE-5E5A-6954-2DCE5AA7C9A5}"/>
              </a:ext>
            </a:extLst>
          </p:cNvPr>
          <p:cNvSpPr>
            <a:spLocks noGrp="1"/>
          </p:cNvSpPr>
          <p:nvPr>
            <p:ph type="sldNum" sz="quarter" idx="12"/>
          </p:nvPr>
        </p:nvSpPr>
        <p:spPr/>
        <p:txBody>
          <a:bodyPr/>
          <a:lstStyle/>
          <a:p>
            <a:fld id="{AA6C878E-6624-8940-965B-E61AF946BCDB}" type="slidenum">
              <a:rPr lang="en-GB" noProof="0" smtClean="0"/>
              <a:t>15</a:t>
            </a:fld>
            <a:endParaRPr lang="en-GB" noProof="0"/>
          </a:p>
        </p:txBody>
      </p:sp>
      <p:sp>
        <p:nvSpPr>
          <p:cNvPr id="9" name="TextBox 8">
            <a:extLst>
              <a:ext uri="{FF2B5EF4-FFF2-40B4-BE49-F238E27FC236}">
                <a16:creationId xmlns:a16="http://schemas.microsoft.com/office/drawing/2014/main" id="{EF1326D9-7A5C-EABD-2C68-DECB6F75AD13}"/>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2403328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D7E3F-4788-5AEF-2078-C33BA4ABB154}"/>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2619CFDB-2A2A-BF1A-9C4D-F1E28AA4908E}"/>
              </a:ext>
            </a:extLst>
          </p:cNvPr>
          <p:cNvSpPr txBox="1"/>
          <p:nvPr/>
        </p:nvSpPr>
        <p:spPr>
          <a:xfrm>
            <a:off x="89646" y="405743"/>
            <a:ext cx="6586071" cy="4771499"/>
          </a:xfrm>
          <a:prstGeom prst="rect">
            <a:avLst/>
          </a:prstGeom>
          <a:noFill/>
        </p:spPr>
        <p:txBody>
          <a:bodyPr wrap="square">
            <a:spAutoFit/>
          </a:bodyPr>
          <a:lstStyle/>
          <a:p>
            <a:pPr>
              <a:buNone/>
            </a:pPr>
            <a:r>
              <a:rPr lang="en-US" b="1" dirty="0"/>
              <a:t>Visual Inspection - Manual Review</a:t>
            </a:r>
          </a:p>
          <a:p>
            <a:pPr>
              <a:buNone/>
            </a:pPr>
            <a:endParaRPr lang="en-US" sz="1200" b="1" dirty="0"/>
          </a:p>
          <a:p>
            <a:pPr>
              <a:buNone/>
            </a:pPr>
            <a:r>
              <a:rPr lang="en-US" sz="1200" dirty="0"/>
              <a:t>Now comes the critical part: </a:t>
            </a:r>
            <a:r>
              <a:rPr lang="en-US" sz="1200" b="1" dirty="0"/>
              <a:t>YOU must review each flagged segment AND look for missed artifacts.</a:t>
            </a:r>
            <a:endParaRPr lang="en-US" sz="1200" dirty="0"/>
          </a:p>
          <a:p>
            <a:pPr>
              <a:buNone/>
            </a:pPr>
            <a:endParaRPr lang="en-US" sz="1200" b="1" dirty="0"/>
          </a:p>
          <a:p>
            <a:pPr>
              <a:lnSpc>
                <a:spcPct val="150000"/>
              </a:lnSpc>
              <a:buNone/>
            </a:pPr>
            <a:r>
              <a:rPr lang="en-US" sz="1200" b="1" dirty="0"/>
              <a:t>🔴 Example 1: Correctly Detected Artifact </a:t>
            </a:r>
          </a:p>
          <a:p>
            <a:pPr>
              <a:lnSpc>
                <a:spcPct val="150000"/>
              </a:lnSpc>
              <a:buNone/>
            </a:pPr>
            <a:r>
              <a:rPr lang="en-US" sz="1200" dirty="0"/>
              <a:t>The large red box on the right shows a </a:t>
            </a:r>
            <a:r>
              <a:rPr lang="en-US" sz="1200" b="1" dirty="0"/>
              <a:t>sharp, sudden drop</a:t>
            </a:r>
            <a:r>
              <a:rPr lang="en-US" sz="1200" dirty="0"/>
              <a:t> followed by erratic fluctuations:</a:t>
            </a:r>
          </a:p>
          <a:p>
            <a:pPr>
              <a:lnSpc>
                <a:spcPct val="150000"/>
              </a:lnSpc>
              <a:buFont typeface="Arial" panose="020B0604020202020204" pitchFamily="34" charset="0"/>
              <a:buChar char="•"/>
            </a:pPr>
            <a:r>
              <a:rPr lang="en-US" sz="1200" b="1" dirty="0"/>
              <a:t>Shape</a:t>
            </a:r>
            <a:r>
              <a:rPr lang="en-US" sz="1200" dirty="0"/>
              <a:t>: Unnatural spike and steep decline, not a smooth physiological curve</a:t>
            </a:r>
          </a:p>
          <a:p>
            <a:pPr>
              <a:lnSpc>
                <a:spcPct val="150000"/>
              </a:lnSpc>
              <a:buFont typeface="Arial" panose="020B0604020202020204" pitchFamily="34" charset="0"/>
              <a:buChar char="•"/>
            </a:pPr>
            <a:r>
              <a:rPr lang="en-US" sz="1200" b="1" dirty="0"/>
              <a:t>Action</a:t>
            </a:r>
            <a:r>
              <a:rPr lang="en-US" sz="1200" dirty="0"/>
              <a:t>: ✓ Keep this flagged - definitely an artifact</a:t>
            </a:r>
          </a:p>
          <a:p>
            <a:pPr>
              <a:lnSpc>
                <a:spcPct val="150000"/>
              </a:lnSpc>
              <a:buFont typeface="Arial" panose="020B0604020202020204" pitchFamily="34" charset="0"/>
              <a:buChar char="•"/>
            </a:pPr>
            <a:endParaRPr lang="en-US" sz="1200" dirty="0"/>
          </a:p>
          <a:p>
            <a:pPr>
              <a:lnSpc>
                <a:spcPct val="150000"/>
              </a:lnSpc>
              <a:buNone/>
            </a:pPr>
            <a:r>
              <a:rPr lang="en-US" sz="1200" b="1" dirty="0"/>
              <a:t>🔴 Example 2: MISSED Artifact (little 3 red boxes)</a:t>
            </a:r>
          </a:p>
          <a:p>
            <a:pPr>
              <a:lnSpc>
                <a:spcPct val="150000"/>
              </a:lnSpc>
              <a:buNone/>
            </a:pPr>
            <a:r>
              <a:rPr lang="en-US" sz="1200" dirty="0" err="1"/>
              <a:t>BeltApp</a:t>
            </a:r>
            <a:r>
              <a:rPr lang="en-US" sz="1200" dirty="0"/>
              <a:t> </a:t>
            </a:r>
            <a:r>
              <a:rPr lang="en-US" sz="1200" b="1" dirty="0"/>
              <a:t>failed to detect</a:t>
            </a:r>
            <a:r>
              <a:rPr lang="en-US" sz="1200" dirty="0"/>
              <a:t> these clear artifacts:</a:t>
            </a:r>
          </a:p>
          <a:p>
            <a:pPr>
              <a:lnSpc>
                <a:spcPct val="150000"/>
              </a:lnSpc>
              <a:buFont typeface="Arial" panose="020B0604020202020204" pitchFamily="34" charset="0"/>
              <a:buChar char="•"/>
            </a:pPr>
            <a:r>
              <a:rPr lang="en-US" sz="1200" b="1" dirty="0"/>
              <a:t>What you see</a:t>
            </a:r>
            <a:r>
              <a:rPr lang="en-US" sz="1200" dirty="0"/>
              <a:t>: A small, irregular bump with sharp edges </a:t>
            </a:r>
          </a:p>
          <a:p>
            <a:pPr>
              <a:lnSpc>
                <a:spcPct val="150000"/>
              </a:lnSpc>
              <a:buFont typeface="Arial" panose="020B0604020202020204" pitchFamily="34" charset="0"/>
              <a:buChar char="•"/>
            </a:pPr>
            <a:r>
              <a:rPr lang="en-US" sz="1200" b="1" dirty="0"/>
              <a:t>Why it's an artifact</a:t>
            </a:r>
            <a:r>
              <a:rPr lang="en-US" sz="1200" dirty="0"/>
              <a:t>: </a:t>
            </a:r>
          </a:p>
          <a:p>
            <a:pPr marL="742950" lvl="1" indent="-285750">
              <a:lnSpc>
                <a:spcPct val="150000"/>
              </a:lnSpc>
              <a:buFont typeface="Arial" panose="020B0604020202020204" pitchFamily="34" charset="0"/>
              <a:buChar char="•"/>
            </a:pPr>
            <a:r>
              <a:rPr lang="en-US" sz="1200" dirty="0"/>
              <a:t>Too sharp/angular (real SCRs are smooth and rounded)</a:t>
            </a:r>
          </a:p>
          <a:p>
            <a:pPr marL="742950" lvl="1" indent="-285750">
              <a:lnSpc>
                <a:spcPct val="150000"/>
              </a:lnSpc>
              <a:buFont typeface="Arial" panose="020B0604020202020204" pitchFamily="34" charset="0"/>
              <a:buChar char="•"/>
            </a:pPr>
            <a:r>
              <a:rPr lang="en-US" sz="1200" dirty="0"/>
              <a:t>Irregular shape - doesn't follow typical rise/recovery pattern</a:t>
            </a:r>
          </a:p>
          <a:p>
            <a:pPr marL="742950" lvl="1" indent="-285750">
              <a:lnSpc>
                <a:spcPct val="150000"/>
              </a:lnSpc>
              <a:buFont typeface="Arial" panose="020B0604020202020204" pitchFamily="34" charset="0"/>
              <a:buChar char="•"/>
            </a:pPr>
            <a:r>
              <a:rPr lang="en-US" sz="1200" dirty="0"/>
              <a:t>No smooth exponential decay</a:t>
            </a:r>
          </a:p>
          <a:p>
            <a:pPr marL="742950" lvl="1" indent="-285750">
              <a:lnSpc>
                <a:spcPct val="150000"/>
              </a:lnSpc>
              <a:buFont typeface="Arial" panose="020B0604020202020204" pitchFamily="34" charset="0"/>
              <a:buChar char="•"/>
            </a:pPr>
            <a:r>
              <a:rPr lang="en-US" sz="1200" dirty="0"/>
              <a:t>Appears as "noise on noise" rather than a clear response</a:t>
            </a:r>
          </a:p>
          <a:p>
            <a:pPr>
              <a:lnSpc>
                <a:spcPct val="150000"/>
              </a:lnSpc>
              <a:buFont typeface="Arial" panose="020B0604020202020204" pitchFamily="34" charset="0"/>
              <a:buChar char="•"/>
            </a:pPr>
            <a:r>
              <a:rPr lang="en-US" sz="1200" b="1" dirty="0"/>
              <a:t>Action</a:t>
            </a:r>
            <a:r>
              <a:rPr lang="en-US" sz="1200" dirty="0"/>
              <a:t>: ✗ You must MANUALLY mark this as an artifact</a:t>
            </a:r>
          </a:p>
        </p:txBody>
      </p:sp>
      <p:pic>
        <p:nvPicPr>
          <p:cNvPr id="27" name="Picture 26">
            <a:extLst>
              <a:ext uri="{FF2B5EF4-FFF2-40B4-BE49-F238E27FC236}">
                <a16:creationId xmlns:a16="http://schemas.microsoft.com/office/drawing/2014/main" id="{624555EF-706D-233F-A0A0-C11859FA3AE5}"/>
              </a:ext>
            </a:extLst>
          </p:cNvPr>
          <p:cNvPicPr>
            <a:picLocks noChangeAspect="1"/>
          </p:cNvPicPr>
          <p:nvPr/>
        </p:nvPicPr>
        <p:blipFill>
          <a:blip r:embed="rId2"/>
          <a:stretch>
            <a:fillRect/>
          </a:stretch>
        </p:blipFill>
        <p:spPr>
          <a:xfrm>
            <a:off x="5910729" y="1169313"/>
            <a:ext cx="6281271" cy="3772465"/>
          </a:xfrm>
          <a:prstGeom prst="rect">
            <a:avLst/>
          </a:prstGeom>
        </p:spPr>
      </p:pic>
      <p:sp>
        <p:nvSpPr>
          <p:cNvPr id="2" name="Slide Number Placeholder 1">
            <a:extLst>
              <a:ext uri="{FF2B5EF4-FFF2-40B4-BE49-F238E27FC236}">
                <a16:creationId xmlns:a16="http://schemas.microsoft.com/office/drawing/2014/main" id="{61D9CABA-E556-5DA1-B29E-0FCEDEBAE32A}"/>
              </a:ext>
            </a:extLst>
          </p:cNvPr>
          <p:cNvSpPr>
            <a:spLocks noGrp="1"/>
          </p:cNvSpPr>
          <p:nvPr>
            <p:ph type="sldNum" sz="quarter" idx="12"/>
          </p:nvPr>
        </p:nvSpPr>
        <p:spPr/>
        <p:txBody>
          <a:bodyPr/>
          <a:lstStyle/>
          <a:p>
            <a:fld id="{AA6C878E-6624-8940-965B-E61AF946BCDB}" type="slidenum">
              <a:rPr lang="en-GB" noProof="0" smtClean="0"/>
              <a:t>16</a:t>
            </a:fld>
            <a:endParaRPr lang="en-GB" noProof="0"/>
          </a:p>
        </p:txBody>
      </p:sp>
      <p:sp>
        <p:nvSpPr>
          <p:cNvPr id="3" name="TextBox 2">
            <a:extLst>
              <a:ext uri="{FF2B5EF4-FFF2-40B4-BE49-F238E27FC236}">
                <a16:creationId xmlns:a16="http://schemas.microsoft.com/office/drawing/2014/main" id="{ACBD185B-5C9E-1062-88D2-2772D53C3DBA}"/>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1356052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AD646-0A42-0F6C-C2BA-7D547B655CA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54D3952-F59A-CB5F-A34C-5F006EBBB136}"/>
              </a:ext>
            </a:extLst>
          </p:cNvPr>
          <p:cNvPicPr>
            <a:picLocks noChangeAspect="1"/>
          </p:cNvPicPr>
          <p:nvPr/>
        </p:nvPicPr>
        <p:blipFill>
          <a:blip r:embed="rId2"/>
          <a:stretch>
            <a:fillRect/>
          </a:stretch>
        </p:blipFill>
        <p:spPr>
          <a:xfrm>
            <a:off x="4561115" y="1181335"/>
            <a:ext cx="12192000" cy="4894573"/>
          </a:xfrm>
          <a:prstGeom prst="rect">
            <a:avLst/>
          </a:prstGeom>
        </p:spPr>
      </p:pic>
      <p:sp>
        <p:nvSpPr>
          <p:cNvPr id="5" name="Rectangle: Rounded Corners 4">
            <a:extLst>
              <a:ext uri="{FF2B5EF4-FFF2-40B4-BE49-F238E27FC236}">
                <a16:creationId xmlns:a16="http://schemas.microsoft.com/office/drawing/2014/main" id="{1EF37F12-5A3B-75B5-4F51-2E364A653AE3}"/>
              </a:ext>
            </a:extLst>
          </p:cNvPr>
          <p:cNvSpPr/>
          <p:nvPr/>
        </p:nvSpPr>
        <p:spPr>
          <a:xfrm>
            <a:off x="5607639" y="1492308"/>
            <a:ext cx="2187386" cy="43982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8B862E02-4F63-B342-3EBB-0DB9AF9B1773}"/>
              </a:ext>
            </a:extLst>
          </p:cNvPr>
          <p:cNvCxnSpPr>
            <a:cxnSpLocks/>
          </p:cNvCxnSpPr>
          <p:nvPr/>
        </p:nvCxnSpPr>
        <p:spPr>
          <a:xfrm flipV="1">
            <a:off x="3113314" y="1712218"/>
            <a:ext cx="3886200" cy="250500"/>
          </a:xfrm>
          <a:prstGeom prst="straightConnector1">
            <a:avLst/>
          </a:prstGeom>
          <a:ln w="19050">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89CA651-D9B1-ED1D-4F78-913D2498F520}"/>
              </a:ext>
            </a:extLst>
          </p:cNvPr>
          <p:cNvSpPr txBox="1"/>
          <p:nvPr/>
        </p:nvSpPr>
        <p:spPr>
          <a:xfrm>
            <a:off x="207851" y="1602074"/>
            <a:ext cx="5049950" cy="3539430"/>
          </a:xfrm>
          <a:prstGeom prst="rect">
            <a:avLst/>
          </a:prstGeom>
          <a:noFill/>
        </p:spPr>
        <p:txBody>
          <a:bodyPr wrap="square">
            <a:spAutoFit/>
          </a:bodyPr>
          <a:lstStyle/>
          <a:p>
            <a:pPr>
              <a:buNone/>
            </a:pPr>
            <a:r>
              <a:rPr lang="en-US" sz="1600" b="1" dirty="0"/>
              <a:t>If it IS an artifact (TRUE positive):</a:t>
            </a:r>
            <a:endParaRPr lang="en-US" sz="1600" dirty="0"/>
          </a:p>
          <a:p>
            <a:pPr>
              <a:buFont typeface="Arial" panose="020B0604020202020204" pitchFamily="34" charset="0"/>
              <a:buChar char="•"/>
            </a:pPr>
            <a:r>
              <a:rPr lang="en-US" sz="1600" dirty="0"/>
              <a:t>Simply click the </a:t>
            </a:r>
            <a:r>
              <a:rPr lang="en-US" sz="1600" b="1" dirty="0"/>
              <a:t>right arrow (→)</a:t>
            </a:r>
            <a:r>
              <a:rPr lang="en-US" sz="1600" dirty="0"/>
              <a:t> button to move to the next detected artifact</a:t>
            </a:r>
          </a:p>
          <a:p>
            <a:pPr>
              <a:buFont typeface="Arial" panose="020B0604020202020204" pitchFamily="34" charset="0"/>
              <a:buChar char="•"/>
            </a:pPr>
            <a:r>
              <a:rPr lang="en-US" sz="1600" dirty="0"/>
              <a:t>The red box stays marked for later removal</a:t>
            </a:r>
          </a:p>
          <a:p>
            <a:pPr>
              <a:buFont typeface="Arial" panose="020B0604020202020204" pitchFamily="34" charset="0"/>
              <a:buChar char="•"/>
            </a:pPr>
            <a:r>
              <a:rPr lang="en-US" sz="1600" dirty="0"/>
              <a:t>Move on to review the next flagged segment</a:t>
            </a:r>
          </a:p>
          <a:p>
            <a:pPr>
              <a:buFont typeface="Arial" panose="020B0604020202020204" pitchFamily="34" charset="0"/>
              <a:buChar char="•"/>
            </a:pPr>
            <a:endParaRPr lang="en-US" sz="1600" dirty="0"/>
          </a:p>
          <a:p>
            <a:pPr>
              <a:buNone/>
            </a:pPr>
            <a:r>
              <a:rPr lang="en-US" sz="1600" b="1" dirty="0"/>
              <a:t>If it is NOT an artifact (FALSE positive):</a:t>
            </a:r>
            <a:endParaRPr lang="en-US" sz="1600" dirty="0"/>
          </a:p>
          <a:p>
            <a:pPr>
              <a:buFont typeface="Arial" panose="020B0604020202020204" pitchFamily="34" charset="0"/>
              <a:buChar char="•"/>
            </a:pPr>
            <a:r>
              <a:rPr lang="en-US" sz="1600" dirty="0"/>
              <a:t>In the </a:t>
            </a:r>
            <a:r>
              <a:rPr lang="en-US" sz="1600" b="1" dirty="0"/>
              <a:t>Action Panel</a:t>
            </a:r>
            <a:r>
              <a:rPr lang="en-US" sz="1600" dirty="0"/>
              <a:t> (right side), click the </a:t>
            </a:r>
            <a:r>
              <a:rPr lang="en-US" sz="1600" b="1" dirty="0"/>
              <a:t>minus (−) button</a:t>
            </a:r>
            <a:endParaRPr lang="en-US" sz="1600" dirty="0"/>
          </a:p>
          <a:p>
            <a:pPr>
              <a:buFont typeface="Arial" panose="020B0604020202020204" pitchFamily="34" charset="0"/>
              <a:buChar char="•"/>
            </a:pPr>
            <a:r>
              <a:rPr lang="en-US" sz="1600" dirty="0"/>
              <a:t>This removes the red box from this segment</a:t>
            </a:r>
          </a:p>
          <a:p>
            <a:pPr>
              <a:buFont typeface="Arial" panose="020B0604020202020204" pitchFamily="34" charset="0"/>
              <a:buChar char="•"/>
            </a:pPr>
            <a:r>
              <a:rPr lang="en-US" sz="1600" dirty="0"/>
              <a:t>The algorithm incorrectly flagged valid data - you're correcting it</a:t>
            </a:r>
          </a:p>
          <a:p>
            <a:pPr>
              <a:buFont typeface="Arial" panose="020B0604020202020204" pitchFamily="34" charset="0"/>
              <a:buChar char="•"/>
            </a:pPr>
            <a:r>
              <a:rPr lang="en-US" sz="1600" dirty="0"/>
              <a:t>Click the </a:t>
            </a:r>
            <a:r>
              <a:rPr lang="en-US" sz="1600" b="1" dirty="0"/>
              <a:t>right arrow (→)</a:t>
            </a:r>
            <a:r>
              <a:rPr lang="en-US" sz="1600" dirty="0"/>
              <a:t> to continue to the next artifact</a:t>
            </a:r>
          </a:p>
          <a:p>
            <a:pPr>
              <a:buNone/>
            </a:pPr>
            <a:r>
              <a:rPr lang="en-US" sz="1600" b="1" dirty="0"/>
              <a:t>🔄 Repeat this process</a:t>
            </a:r>
            <a:r>
              <a:rPr lang="en-US" sz="1600" dirty="0"/>
              <a:t> until you've reviewed all auto-detected artifacts.</a:t>
            </a:r>
          </a:p>
        </p:txBody>
      </p:sp>
      <p:sp>
        <p:nvSpPr>
          <p:cNvPr id="11" name="TextBox 10">
            <a:extLst>
              <a:ext uri="{FF2B5EF4-FFF2-40B4-BE49-F238E27FC236}">
                <a16:creationId xmlns:a16="http://schemas.microsoft.com/office/drawing/2014/main" id="{D2B8E91A-E9C9-C729-B63E-9335DAA02A29}"/>
              </a:ext>
            </a:extLst>
          </p:cNvPr>
          <p:cNvSpPr txBox="1"/>
          <p:nvPr/>
        </p:nvSpPr>
        <p:spPr>
          <a:xfrm>
            <a:off x="294936" y="529185"/>
            <a:ext cx="6101442" cy="369332"/>
          </a:xfrm>
          <a:prstGeom prst="rect">
            <a:avLst/>
          </a:prstGeom>
          <a:noFill/>
        </p:spPr>
        <p:txBody>
          <a:bodyPr wrap="square">
            <a:spAutoFit/>
          </a:bodyPr>
          <a:lstStyle/>
          <a:p>
            <a:r>
              <a:rPr lang="en-US" b="1" dirty="0"/>
              <a:t>Review Auto-Detected Artifacts</a:t>
            </a:r>
          </a:p>
        </p:txBody>
      </p:sp>
      <p:cxnSp>
        <p:nvCxnSpPr>
          <p:cNvPr id="17" name="Straight Arrow Connector 16">
            <a:extLst>
              <a:ext uri="{FF2B5EF4-FFF2-40B4-BE49-F238E27FC236}">
                <a16:creationId xmlns:a16="http://schemas.microsoft.com/office/drawing/2014/main" id="{F9A04443-8139-BEA7-B60B-A731312E27F4}"/>
              </a:ext>
            </a:extLst>
          </p:cNvPr>
          <p:cNvCxnSpPr>
            <a:cxnSpLocks/>
          </p:cNvCxnSpPr>
          <p:nvPr/>
        </p:nvCxnSpPr>
        <p:spPr>
          <a:xfrm flipV="1">
            <a:off x="4453278" y="1822174"/>
            <a:ext cx="7923779" cy="1577677"/>
          </a:xfrm>
          <a:prstGeom prst="straightConnector1">
            <a:avLst/>
          </a:prstGeom>
          <a:ln w="19050">
            <a:solidFill>
              <a:srgbClr val="FF0000"/>
            </a:solidFill>
            <a:prstDash val="sysDash"/>
            <a:tailEnd type="triangle"/>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911C2AFF-8ACB-91B9-A65A-C7805D25E76D}"/>
              </a:ext>
            </a:extLst>
          </p:cNvPr>
          <p:cNvSpPr>
            <a:spLocks noGrp="1"/>
          </p:cNvSpPr>
          <p:nvPr>
            <p:ph type="sldNum" sz="quarter" idx="12"/>
          </p:nvPr>
        </p:nvSpPr>
        <p:spPr/>
        <p:txBody>
          <a:bodyPr/>
          <a:lstStyle/>
          <a:p>
            <a:fld id="{AA6C878E-6624-8940-965B-E61AF946BCDB}" type="slidenum">
              <a:rPr lang="en-GB" noProof="0" smtClean="0"/>
              <a:t>17</a:t>
            </a:fld>
            <a:endParaRPr lang="en-GB" noProof="0"/>
          </a:p>
        </p:txBody>
      </p:sp>
      <p:sp>
        <p:nvSpPr>
          <p:cNvPr id="4" name="TextBox 3">
            <a:extLst>
              <a:ext uri="{FF2B5EF4-FFF2-40B4-BE49-F238E27FC236}">
                <a16:creationId xmlns:a16="http://schemas.microsoft.com/office/drawing/2014/main" id="{EC3FD269-F78C-3958-EEB0-44311C3A510E}"/>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3164157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382A7-577C-7E38-6811-0D9D68C55F9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7886A7B-F2A4-02F8-BF5E-AEDF5DE141E6}"/>
              </a:ext>
            </a:extLst>
          </p:cNvPr>
          <p:cNvSpPr txBox="1"/>
          <p:nvPr/>
        </p:nvSpPr>
        <p:spPr>
          <a:xfrm>
            <a:off x="294935" y="129942"/>
            <a:ext cx="11559607" cy="1077218"/>
          </a:xfrm>
          <a:prstGeom prst="rect">
            <a:avLst/>
          </a:prstGeom>
          <a:noFill/>
        </p:spPr>
        <p:txBody>
          <a:bodyPr wrap="square">
            <a:spAutoFit/>
          </a:bodyPr>
          <a:lstStyle/>
          <a:p>
            <a:pPr>
              <a:buNone/>
            </a:pPr>
            <a:r>
              <a:rPr lang="en-US" sz="2800" b="1" dirty="0"/>
              <a:t>Manual Artifact Detection</a:t>
            </a:r>
          </a:p>
          <a:p>
            <a:pPr>
              <a:buNone/>
            </a:pPr>
            <a:r>
              <a:rPr lang="en-US" b="1" dirty="0"/>
              <a:t>⚠️ Critical:</a:t>
            </a:r>
            <a:r>
              <a:rPr lang="en-US" dirty="0"/>
              <a:t> The automated detection </a:t>
            </a:r>
            <a:r>
              <a:rPr lang="en-US" b="1" dirty="0"/>
              <a:t>WILL miss artifacts</a:t>
            </a:r>
            <a:r>
              <a:rPr lang="en-US" dirty="0"/>
              <a:t> (as shown in your example). You must now manually scan the entire dataset.</a:t>
            </a:r>
          </a:p>
        </p:txBody>
      </p:sp>
      <p:sp>
        <p:nvSpPr>
          <p:cNvPr id="9" name="TextBox 8">
            <a:extLst>
              <a:ext uri="{FF2B5EF4-FFF2-40B4-BE49-F238E27FC236}">
                <a16:creationId xmlns:a16="http://schemas.microsoft.com/office/drawing/2014/main" id="{04A34C98-B56A-EF80-4614-A812B22E823C}"/>
              </a:ext>
            </a:extLst>
          </p:cNvPr>
          <p:cNvSpPr txBox="1"/>
          <p:nvPr/>
        </p:nvSpPr>
        <p:spPr>
          <a:xfrm>
            <a:off x="294935" y="1303643"/>
            <a:ext cx="8097951" cy="4247317"/>
          </a:xfrm>
          <a:prstGeom prst="rect">
            <a:avLst/>
          </a:prstGeom>
          <a:noFill/>
        </p:spPr>
        <p:txBody>
          <a:bodyPr wrap="square">
            <a:spAutoFit/>
          </a:bodyPr>
          <a:lstStyle/>
          <a:p>
            <a:pPr>
              <a:buNone/>
            </a:pPr>
            <a:r>
              <a:rPr lang="en-US" b="1" dirty="0"/>
              <a:t>Reset Your View to the Beginning</a:t>
            </a:r>
          </a:p>
          <a:p>
            <a:pPr>
              <a:buNone/>
            </a:pPr>
            <a:endParaRPr lang="en-US" b="1" dirty="0"/>
          </a:p>
          <a:p>
            <a:pPr>
              <a:buFont typeface="+mj-lt"/>
              <a:buAutoNum type="arabicPeriod"/>
            </a:pPr>
            <a:r>
              <a:rPr lang="en-US" b="1" dirty="0"/>
              <a:t>Navigate to data start:</a:t>
            </a:r>
            <a:r>
              <a:rPr lang="en-US" dirty="0"/>
              <a:t> </a:t>
            </a:r>
          </a:p>
          <a:p>
            <a:pPr marL="742950" lvl="1" indent="-285750">
              <a:buFont typeface="+mj-lt"/>
              <a:buAutoNum type="arabicPeriod"/>
            </a:pPr>
            <a:r>
              <a:rPr lang="en-US" dirty="0"/>
              <a:t>Use the </a:t>
            </a:r>
            <a:r>
              <a:rPr lang="en-US" b="1" dirty="0"/>
              <a:t>navigation tools</a:t>
            </a:r>
            <a:r>
              <a:rPr lang="en-US" dirty="0"/>
              <a:t> (top right of the data visualization panel)</a:t>
            </a:r>
          </a:p>
          <a:p>
            <a:pPr marL="742950" lvl="1" indent="-285750">
              <a:buFont typeface="+mj-lt"/>
              <a:buAutoNum type="arabicPeriod"/>
            </a:pPr>
            <a:r>
              <a:rPr lang="en-US" dirty="0"/>
              <a:t>Available tools:  Brush, Zoom in/out, Hand, Home </a:t>
            </a:r>
          </a:p>
          <a:p>
            <a:pPr marL="742950" lvl="1" indent="-285750">
              <a:buFont typeface="+mj-lt"/>
              <a:buAutoNum type="arabicPeriod"/>
            </a:pPr>
            <a:r>
              <a:rPr lang="en-US" dirty="0"/>
              <a:t>Click </a:t>
            </a:r>
            <a:r>
              <a:rPr lang="en-US" b="1" dirty="0"/>
              <a:t>Home</a:t>
            </a:r>
            <a:r>
              <a:rPr lang="en-US" dirty="0"/>
              <a:t> or drag the timeline back to </a:t>
            </a:r>
            <a:r>
              <a:rPr lang="en-US" b="1" dirty="0"/>
              <a:t>0 seconds</a:t>
            </a:r>
          </a:p>
          <a:p>
            <a:pPr marL="742950" lvl="1" indent="-285750">
              <a:buFont typeface="+mj-lt"/>
              <a:buAutoNum type="arabicPeriod"/>
            </a:pPr>
            <a:endParaRPr lang="en-US" dirty="0"/>
          </a:p>
          <a:p>
            <a:pPr>
              <a:buFont typeface="+mj-lt"/>
              <a:buAutoNum type="arabicPeriod"/>
            </a:pPr>
            <a:r>
              <a:rPr lang="en-US" b="1" dirty="0"/>
              <a:t>Set optimal zoom level for artifact detection:</a:t>
            </a:r>
            <a:r>
              <a:rPr lang="en-US" dirty="0"/>
              <a:t> </a:t>
            </a:r>
          </a:p>
          <a:p>
            <a:pPr marL="742950" lvl="1" indent="-285750">
              <a:buFont typeface="+mj-lt"/>
              <a:buAutoNum type="arabicPeriod"/>
            </a:pPr>
            <a:r>
              <a:rPr lang="en-US" b="1" dirty="0"/>
              <a:t>Horizontal (X-axis/Time):</a:t>
            </a:r>
            <a:r>
              <a:rPr lang="en-US" dirty="0"/>
              <a:t> Zoom to show </a:t>
            </a:r>
            <a:r>
              <a:rPr lang="en-US" b="1" dirty="0"/>
              <a:t>~5 second intervals</a:t>
            </a:r>
            <a:r>
              <a:rPr lang="en-US" dirty="0"/>
              <a:t> of data on screen</a:t>
            </a:r>
          </a:p>
          <a:p>
            <a:pPr marL="742950" lvl="1" indent="-285750">
              <a:buFont typeface="+mj-lt"/>
              <a:buAutoNum type="arabicPeriod"/>
            </a:pPr>
            <a:r>
              <a:rPr lang="en-US" b="1" dirty="0"/>
              <a:t>Why 5 seconds?</a:t>
            </a:r>
            <a:r>
              <a:rPr lang="en-US" dirty="0"/>
              <a:t> This resolution allows you to see: </a:t>
            </a:r>
          </a:p>
          <a:p>
            <a:pPr marL="1143000" lvl="2" indent="-228600">
              <a:buFont typeface="+mj-lt"/>
              <a:buAutoNum type="arabicPeriod"/>
            </a:pPr>
            <a:r>
              <a:rPr lang="en-US" dirty="0"/>
              <a:t>SCR rise times (1-3 sec)</a:t>
            </a:r>
          </a:p>
          <a:p>
            <a:pPr marL="1143000" lvl="2" indent="-228600">
              <a:buFont typeface="+mj-lt"/>
              <a:buAutoNum type="arabicPeriod"/>
            </a:pPr>
            <a:r>
              <a:rPr lang="en-US" dirty="0"/>
              <a:t>Recovery phases (2-10 sec)</a:t>
            </a:r>
          </a:p>
          <a:p>
            <a:pPr marL="1143000" lvl="2" indent="-228600">
              <a:buFont typeface="+mj-lt"/>
              <a:buAutoNum type="arabicPeriod"/>
            </a:pPr>
            <a:r>
              <a:rPr lang="en-US" dirty="0"/>
              <a:t>Small artifacts that appear as brief disturbances</a:t>
            </a:r>
          </a:p>
          <a:p>
            <a:pPr marL="742950" lvl="1" indent="-285750">
              <a:buFont typeface="+mj-lt"/>
              <a:buAutoNum type="arabicPeriod"/>
            </a:pPr>
            <a:r>
              <a:rPr lang="en-US" b="1" dirty="0"/>
              <a:t>Vertical (Y-axis):</a:t>
            </a:r>
            <a:r>
              <a:rPr lang="en-US" dirty="0"/>
              <a:t> Adjust so you can see full signal range without clipping</a:t>
            </a:r>
          </a:p>
        </p:txBody>
      </p:sp>
      <p:pic>
        <p:nvPicPr>
          <p:cNvPr id="12" name="Picture 11">
            <a:extLst>
              <a:ext uri="{FF2B5EF4-FFF2-40B4-BE49-F238E27FC236}">
                <a16:creationId xmlns:a16="http://schemas.microsoft.com/office/drawing/2014/main" id="{F1D9AF72-F39D-7C64-BCAD-FC1BDA62BA8A}"/>
              </a:ext>
            </a:extLst>
          </p:cNvPr>
          <p:cNvPicPr>
            <a:picLocks noChangeAspect="1"/>
          </p:cNvPicPr>
          <p:nvPr/>
        </p:nvPicPr>
        <p:blipFill>
          <a:blip r:embed="rId2"/>
          <a:srcRect t="16958" b="23842"/>
          <a:stretch>
            <a:fillRect/>
          </a:stretch>
        </p:blipFill>
        <p:spPr>
          <a:xfrm>
            <a:off x="5852582" y="2486237"/>
            <a:ext cx="2357978" cy="384923"/>
          </a:xfrm>
          <a:prstGeom prst="rect">
            <a:avLst/>
          </a:prstGeom>
        </p:spPr>
      </p:pic>
      <p:grpSp>
        <p:nvGrpSpPr>
          <p:cNvPr id="31" name="Group 30">
            <a:extLst>
              <a:ext uri="{FF2B5EF4-FFF2-40B4-BE49-F238E27FC236}">
                <a16:creationId xmlns:a16="http://schemas.microsoft.com/office/drawing/2014/main" id="{1A96879C-A323-74E1-62D1-3B41F399AC8B}"/>
              </a:ext>
            </a:extLst>
          </p:cNvPr>
          <p:cNvGrpSpPr/>
          <p:nvPr/>
        </p:nvGrpSpPr>
        <p:grpSpPr>
          <a:xfrm>
            <a:off x="6389314" y="3864544"/>
            <a:ext cx="5704114" cy="2356100"/>
            <a:chOff x="1864189" y="3731434"/>
            <a:chExt cx="5704114" cy="2356100"/>
          </a:xfrm>
        </p:grpSpPr>
        <p:pic>
          <p:nvPicPr>
            <p:cNvPr id="18" name="Picture 17">
              <a:extLst>
                <a:ext uri="{FF2B5EF4-FFF2-40B4-BE49-F238E27FC236}">
                  <a16:creationId xmlns:a16="http://schemas.microsoft.com/office/drawing/2014/main" id="{2EA230C3-F88E-24A8-A9A4-C8628B8A6BB1}"/>
                </a:ext>
              </a:extLst>
            </p:cNvPr>
            <p:cNvPicPr>
              <a:picLocks noChangeAspect="1"/>
            </p:cNvPicPr>
            <p:nvPr/>
          </p:nvPicPr>
          <p:blipFill>
            <a:blip r:embed="rId3"/>
            <a:stretch>
              <a:fillRect/>
            </a:stretch>
          </p:blipFill>
          <p:spPr>
            <a:xfrm>
              <a:off x="1864189" y="3731434"/>
              <a:ext cx="5704114" cy="2084909"/>
            </a:xfrm>
            <a:prstGeom prst="rect">
              <a:avLst/>
            </a:prstGeom>
          </p:spPr>
        </p:pic>
        <p:cxnSp>
          <p:nvCxnSpPr>
            <p:cNvPr id="21" name="Straight Connector 20">
              <a:extLst>
                <a:ext uri="{FF2B5EF4-FFF2-40B4-BE49-F238E27FC236}">
                  <a16:creationId xmlns:a16="http://schemas.microsoft.com/office/drawing/2014/main" id="{7477881A-74F4-BB92-F43B-FDE650DB0C43}"/>
                </a:ext>
              </a:extLst>
            </p:cNvPr>
            <p:cNvCxnSpPr>
              <a:cxnSpLocks/>
              <a:endCxn id="24" idx="1"/>
            </p:cNvCxnSpPr>
            <p:nvPr/>
          </p:nvCxnSpPr>
          <p:spPr>
            <a:xfrm>
              <a:off x="1872554" y="5902868"/>
              <a:ext cx="164626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7925543-8661-93BD-DD14-43E8388D06AB}"/>
                </a:ext>
              </a:extLst>
            </p:cNvPr>
            <p:cNvCxnSpPr>
              <a:cxnSpLocks/>
            </p:cNvCxnSpPr>
            <p:nvPr/>
          </p:nvCxnSpPr>
          <p:spPr>
            <a:xfrm>
              <a:off x="6237514" y="5921829"/>
              <a:ext cx="133078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A5F1A95-4C7B-A467-DA2F-A4D27AABB613}"/>
                </a:ext>
              </a:extLst>
            </p:cNvPr>
            <p:cNvSpPr txBox="1"/>
            <p:nvPr/>
          </p:nvSpPr>
          <p:spPr>
            <a:xfrm>
              <a:off x="3518817" y="5718202"/>
              <a:ext cx="2577183" cy="369332"/>
            </a:xfrm>
            <a:prstGeom prst="rect">
              <a:avLst/>
            </a:prstGeom>
            <a:noFill/>
          </p:spPr>
          <p:txBody>
            <a:bodyPr wrap="square">
              <a:spAutoFit/>
            </a:bodyPr>
            <a:lstStyle/>
            <a:p>
              <a:r>
                <a:rPr lang="en-US" b="1" dirty="0"/>
                <a:t>Example of 5sec intervals</a:t>
              </a:r>
              <a:endParaRPr lang="en-US" dirty="0"/>
            </a:p>
          </p:txBody>
        </p:sp>
      </p:grpSp>
      <p:sp>
        <p:nvSpPr>
          <p:cNvPr id="2" name="Slide Number Placeholder 1">
            <a:extLst>
              <a:ext uri="{FF2B5EF4-FFF2-40B4-BE49-F238E27FC236}">
                <a16:creationId xmlns:a16="http://schemas.microsoft.com/office/drawing/2014/main" id="{E9E72A24-80AF-241A-DBC9-8C9D37F2A645}"/>
              </a:ext>
            </a:extLst>
          </p:cNvPr>
          <p:cNvSpPr>
            <a:spLocks noGrp="1"/>
          </p:cNvSpPr>
          <p:nvPr>
            <p:ph type="sldNum" sz="quarter" idx="12"/>
          </p:nvPr>
        </p:nvSpPr>
        <p:spPr/>
        <p:txBody>
          <a:bodyPr/>
          <a:lstStyle/>
          <a:p>
            <a:fld id="{AA6C878E-6624-8940-965B-E61AF946BCDB}" type="slidenum">
              <a:rPr lang="en-GB" noProof="0" smtClean="0"/>
              <a:t>18</a:t>
            </a:fld>
            <a:endParaRPr lang="en-GB" noProof="0"/>
          </a:p>
        </p:txBody>
      </p:sp>
      <p:sp>
        <p:nvSpPr>
          <p:cNvPr id="3" name="TextBox 2">
            <a:extLst>
              <a:ext uri="{FF2B5EF4-FFF2-40B4-BE49-F238E27FC236}">
                <a16:creationId xmlns:a16="http://schemas.microsoft.com/office/drawing/2014/main" id="{F43FDC38-390A-4C1B-A19B-83E1140F6066}"/>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16203912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C8A5B-0E23-0567-D700-AE70738DB5D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1D512F5-4148-F0E0-0FB2-0A685B04C13A}"/>
              </a:ext>
            </a:extLst>
          </p:cNvPr>
          <p:cNvSpPr txBox="1"/>
          <p:nvPr/>
        </p:nvSpPr>
        <p:spPr>
          <a:xfrm>
            <a:off x="294935" y="129942"/>
            <a:ext cx="11559607" cy="523220"/>
          </a:xfrm>
          <a:prstGeom prst="rect">
            <a:avLst/>
          </a:prstGeom>
          <a:noFill/>
        </p:spPr>
        <p:txBody>
          <a:bodyPr wrap="square">
            <a:spAutoFit/>
          </a:bodyPr>
          <a:lstStyle/>
          <a:p>
            <a:pPr>
              <a:buNone/>
            </a:pPr>
            <a:r>
              <a:rPr lang="en-US" sz="2800" b="1" dirty="0"/>
              <a:t>Manual Artifact Detection</a:t>
            </a:r>
          </a:p>
        </p:txBody>
      </p:sp>
      <p:sp>
        <p:nvSpPr>
          <p:cNvPr id="3" name="TextBox 2">
            <a:extLst>
              <a:ext uri="{FF2B5EF4-FFF2-40B4-BE49-F238E27FC236}">
                <a16:creationId xmlns:a16="http://schemas.microsoft.com/office/drawing/2014/main" id="{1FB488B8-3C82-0EB9-F10F-E5CAEE3728D5}"/>
              </a:ext>
            </a:extLst>
          </p:cNvPr>
          <p:cNvSpPr txBox="1"/>
          <p:nvPr/>
        </p:nvSpPr>
        <p:spPr>
          <a:xfrm>
            <a:off x="130629" y="653162"/>
            <a:ext cx="11559607" cy="3970318"/>
          </a:xfrm>
          <a:prstGeom prst="rect">
            <a:avLst/>
          </a:prstGeom>
          <a:noFill/>
        </p:spPr>
        <p:txBody>
          <a:bodyPr wrap="square">
            <a:spAutoFit/>
          </a:bodyPr>
          <a:lstStyle/>
          <a:p>
            <a:pPr>
              <a:buNone/>
            </a:pPr>
            <a:r>
              <a:rPr lang="en-US" dirty="0"/>
              <a:t>When you identify an artifact that </a:t>
            </a:r>
            <a:r>
              <a:rPr lang="en-US" dirty="0" err="1"/>
              <a:t>BeltApp</a:t>
            </a:r>
            <a:r>
              <a:rPr lang="en-US" dirty="0"/>
              <a:t> missed:</a:t>
            </a:r>
          </a:p>
          <a:p>
            <a:pPr>
              <a:buNone/>
            </a:pPr>
            <a:endParaRPr lang="en-US" dirty="0"/>
          </a:p>
          <a:p>
            <a:pPr>
              <a:buFont typeface="+mj-lt"/>
              <a:buAutoNum type="arabicPeriod"/>
            </a:pPr>
            <a:r>
              <a:rPr lang="en-US" b="1" dirty="0"/>
              <a:t>Click the Brush icon</a:t>
            </a:r>
            <a:endParaRPr lang="en-US" dirty="0"/>
          </a:p>
          <a:p>
            <a:pPr>
              <a:buFont typeface="+mj-lt"/>
              <a:buAutoNum type="arabicPeriod"/>
            </a:pPr>
            <a:r>
              <a:rPr lang="en-US" b="1" dirty="0"/>
              <a:t>Select the artifact boundaries:</a:t>
            </a:r>
            <a:r>
              <a:rPr lang="en-US" dirty="0"/>
              <a:t> </a:t>
            </a:r>
          </a:p>
          <a:p>
            <a:pPr marL="742950" lvl="1" indent="-285750">
              <a:buFont typeface="+mj-lt"/>
              <a:buAutoNum type="arabicPeriod"/>
            </a:pPr>
            <a:r>
              <a:rPr lang="en-US" b="1" dirty="0"/>
              <a:t>Click at the START</a:t>
            </a:r>
            <a:r>
              <a:rPr lang="en-US" dirty="0"/>
              <a:t> of the artifact (where signal becomes abnormal)</a:t>
            </a:r>
          </a:p>
          <a:p>
            <a:pPr marL="742950" lvl="1" indent="-285750">
              <a:buFont typeface="+mj-lt"/>
              <a:buAutoNum type="arabicPeriod"/>
            </a:pPr>
            <a:r>
              <a:rPr lang="en-US" b="1" dirty="0"/>
              <a:t>Drag to the END</a:t>
            </a:r>
            <a:r>
              <a:rPr lang="en-US" dirty="0"/>
              <a:t> of the artifact (where signal returns to normal pattern)</a:t>
            </a:r>
          </a:p>
          <a:p>
            <a:pPr marL="742950" lvl="1" indent="-285750">
              <a:buFont typeface="+mj-lt"/>
              <a:buAutoNum type="arabicPeriod"/>
            </a:pPr>
            <a:r>
              <a:rPr lang="en-US" dirty="0"/>
              <a:t>OR: Click start point, then click end point (depends on </a:t>
            </a:r>
            <a:r>
              <a:rPr lang="en-US" dirty="0" err="1"/>
              <a:t>BeltApp</a:t>
            </a:r>
            <a:r>
              <a:rPr lang="en-US" dirty="0"/>
              <a:t> version)</a:t>
            </a:r>
          </a:p>
          <a:p>
            <a:pPr marL="742950" lvl="1" indent="-285750">
              <a:buFont typeface="+mj-lt"/>
              <a:buAutoNum type="arabicPeriod"/>
            </a:pPr>
            <a:r>
              <a:rPr lang="en-US" dirty="0"/>
              <a:t>The selected region should now be highlighted</a:t>
            </a:r>
          </a:p>
          <a:p>
            <a:pPr lvl="1"/>
            <a:endParaRPr lang="en-US" dirty="0"/>
          </a:p>
          <a:p>
            <a:pPr>
              <a:buNone/>
            </a:pPr>
            <a:r>
              <a:rPr lang="en-US" b="1" dirty="0"/>
              <a:t>⚠️ Selection Tips:</a:t>
            </a:r>
            <a:endParaRPr lang="en-US" dirty="0"/>
          </a:p>
          <a:p>
            <a:pPr>
              <a:buFont typeface="Arial" panose="020B0604020202020204" pitchFamily="34" charset="0"/>
              <a:buChar char="•"/>
            </a:pPr>
            <a:r>
              <a:rPr lang="en-US" b="1" dirty="0"/>
              <a:t>Include the entire disturbance</a:t>
            </a:r>
            <a:r>
              <a:rPr lang="en-US" dirty="0"/>
              <a:t> - from where it deviates to where it normalizes</a:t>
            </a:r>
          </a:p>
          <a:p>
            <a:pPr>
              <a:buFont typeface="Arial" panose="020B0604020202020204" pitchFamily="34" charset="0"/>
              <a:buChar char="•"/>
            </a:pPr>
            <a:r>
              <a:rPr lang="en-US" b="1" dirty="0"/>
              <a:t>Don't over-select</a:t>
            </a:r>
            <a:r>
              <a:rPr lang="en-US" dirty="0"/>
              <a:t> - only mark the truly problematic portion</a:t>
            </a:r>
          </a:p>
          <a:p>
            <a:pPr>
              <a:buFont typeface="Arial" panose="020B0604020202020204" pitchFamily="34" charset="0"/>
              <a:buChar char="•"/>
            </a:pPr>
            <a:r>
              <a:rPr lang="en-US" b="1" dirty="0"/>
              <a:t>Check both sides</a:t>
            </a:r>
            <a:r>
              <a:rPr lang="en-US" dirty="0"/>
              <a:t> - ensure you're connecting clean data points</a:t>
            </a:r>
          </a:p>
          <a:p>
            <a:pPr>
              <a:buNone/>
            </a:pPr>
            <a:endParaRPr lang="en-US" b="1" dirty="0"/>
          </a:p>
        </p:txBody>
      </p:sp>
      <p:pic>
        <p:nvPicPr>
          <p:cNvPr id="5" name="Picture 4">
            <a:extLst>
              <a:ext uri="{FF2B5EF4-FFF2-40B4-BE49-F238E27FC236}">
                <a16:creationId xmlns:a16="http://schemas.microsoft.com/office/drawing/2014/main" id="{604B6672-CD3C-B00D-5B7E-F6D57CC0E6B6}"/>
              </a:ext>
            </a:extLst>
          </p:cNvPr>
          <p:cNvPicPr>
            <a:picLocks noChangeAspect="1"/>
          </p:cNvPicPr>
          <p:nvPr/>
        </p:nvPicPr>
        <p:blipFill>
          <a:blip r:embed="rId2"/>
          <a:srcRect l="29405" t="22718" r="62439" b="23599"/>
          <a:stretch>
            <a:fillRect/>
          </a:stretch>
        </p:blipFill>
        <p:spPr>
          <a:xfrm>
            <a:off x="2307770" y="1017681"/>
            <a:ext cx="288420" cy="523478"/>
          </a:xfrm>
          <a:prstGeom prst="rect">
            <a:avLst/>
          </a:prstGeom>
        </p:spPr>
      </p:pic>
      <p:sp>
        <p:nvSpPr>
          <p:cNvPr id="11" name="TextBox 10">
            <a:extLst>
              <a:ext uri="{FF2B5EF4-FFF2-40B4-BE49-F238E27FC236}">
                <a16:creationId xmlns:a16="http://schemas.microsoft.com/office/drawing/2014/main" id="{1D298DE8-D77D-5A42-0203-AFC979DACC9E}"/>
              </a:ext>
            </a:extLst>
          </p:cNvPr>
          <p:cNvSpPr txBox="1"/>
          <p:nvPr/>
        </p:nvSpPr>
        <p:spPr>
          <a:xfrm>
            <a:off x="130629" y="4398668"/>
            <a:ext cx="12159342" cy="1477328"/>
          </a:xfrm>
          <a:prstGeom prst="rect">
            <a:avLst/>
          </a:prstGeom>
          <a:noFill/>
        </p:spPr>
        <p:txBody>
          <a:bodyPr wrap="square">
            <a:spAutoFit/>
          </a:bodyPr>
          <a:lstStyle/>
          <a:p>
            <a:pPr>
              <a:buNone/>
            </a:pPr>
            <a:r>
              <a:rPr lang="en-US" b="1" dirty="0"/>
              <a:t>🔑 CRITICAL DECISION:</a:t>
            </a:r>
            <a:r>
              <a:rPr lang="en-US" dirty="0"/>
              <a:t> How you fill in the artifact gap determines data quality.</a:t>
            </a:r>
          </a:p>
          <a:p>
            <a:pPr>
              <a:buNone/>
            </a:pPr>
            <a:r>
              <a:rPr lang="en-US" dirty="0"/>
              <a:t>Once selected, choose your replacement method in the </a:t>
            </a:r>
            <a:r>
              <a:rPr lang="en-US" b="1" dirty="0"/>
              <a:t>"Replace artifact with"</a:t>
            </a:r>
            <a:r>
              <a:rPr lang="en-US" dirty="0"/>
              <a:t> panel:</a:t>
            </a:r>
          </a:p>
          <a:p>
            <a:r>
              <a:rPr lang="en-US" b="1" dirty="0"/>
              <a:t>LINEAR:</a:t>
            </a:r>
            <a:r>
              <a:rPr lang="en-US" dirty="0"/>
              <a:t> Stable and similar baselines on both sides</a:t>
            </a:r>
          </a:p>
          <a:p>
            <a:r>
              <a:rPr lang="en-US" b="1" dirty="0"/>
              <a:t>SPLINE:</a:t>
            </a:r>
            <a:r>
              <a:rPr lang="en-US" dirty="0"/>
              <a:t> Where data shows clear upward/downward trends</a:t>
            </a:r>
          </a:p>
          <a:p>
            <a:r>
              <a:rPr lang="en-US" b="1" dirty="0" err="1"/>
              <a:t>NaN</a:t>
            </a:r>
            <a:r>
              <a:rPr lang="en-US" b="1" dirty="0"/>
              <a:t>:</a:t>
            </a:r>
            <a:r>
              <a:rPr lang="en-US" dirty="0"/>
              <a:t> When you cannot reliably predict what the signal should be</a:t>
            </a:r>
          </a:p>
        </p:txBody>
      </p:sp>
      <p:sp>
        <p:nvSpPr>
          <p:cNvPr id="14" name="TextBox 13">
            <a:extLst>
              <a:ext uri="{FF2B5EF4-FFF2-40B4-BE49-F238E27FC236}">
                <a16:creationId xmlns:a16="http://schemas.microsoft.com/office/drawing/2014/main" id="{E4A4E8CF-A9E5-8091-B8BC-8E2AE54851D1}"/>
              </a:ext>
            </a:extLst>
          </p:cNvPr>
          <p:cNvSpPr txBox="1"/>
          <p:nvPr/>
        </p:nvSpPr>
        <p:spPr>
          <a:xfrm>
            <a:off x="130629" y="5748029"/>
            <a:ext cx="10630499" cy="369332"/>
          </a:xfrm>
          <a:prstGeom prst="rect">
            <a:avLst/>
          </a:prstGeom>
          <a:noFill/>
        </p:spPr>
        <p:txBody>
          <a:bodyPr wrap="square">
            <a:spAutoFit/>
          </a:bodyPr>
          <a:lstStyle/>
          <a:p>
            <a:r>
              <a:rPr lang="en-US" b="1" dirty="0">
                <a:solidFill>
                  <a:srgbClr val="FF0000"/>
                </a:solidFill>
              </a:rPr>
              <a:t>⚠️ Use sparingly!</a:t>
            </a:r>
            <a:r>
              <a:rPr lang="en-US" dirty="0">
                <a:solidFill>
                  <a:srgbClr val="FF0000"/>
                </a:solidFill>
              </a:rPr>
              <a:t> </a:t>
            </a:r>
            <a:r>
              <a:rPr lang="en-US" dirty="0" err="1">
                <a:solidFill>
                  <a:srgbClr val="FF0000"/>
                </a:solidFill>
              </a:rPr>
              <a:t>NaN</a:t>
            </a:r>
            <a:r>
              <a:rPr lang="en-US" dirty="0">
                <a:solidFill>
                  <a:srgbClr val="FF0000"/>
                </a:solidFill>
              </a:rPr>
              <a:t> removes data entirely. Only use when interpolation would be misleading.</a:t>
            </a:r>
          </a:p>
        </p:txBody>
      </p:sp>
      <p:sp>
        <p:nvSpPr>
          <p:cNvPr id="2" name="Slide Number Placeholder 1">
            <a:extLst>
              <a:ext uri="{FF2B5EF4-FFF2-40B4-BE49-F238E27FC236}">
                <a16:creationId xmlns:a16="http://schemas.microsoft.com/office/drawing/2014/main" id="{5D443066-BC0E-578E-BE9B-C7C3B2C32576}"/>
              </a:ext>
            </a:extLst>
          </p:cNvPr>
          <p:cNvSpPr>
            <a:spLocks noGrp="1"/>
          </p:cNvSpPr>
          <p:nvPr>
            <p:ph type="sldNum" sz="quarter" idx="12"/>
          </p:nvPr>
        </p:nvSpPr>
        <p:spPr/>
        <p:txBody>
          <a:bodyPr/>
          <a:lstStyle/>
          <a:p>
            <a:fld id="{AA6C878E-6624-8940-965B-E61AF946BCDB}" type="slidenum">
              <a:rPr lang="en-GB" noProof="0" smtClean="0"/>
              <a:t>19</a:t>
            </a:fld>
            <a:endParaRPr lang="en-GB" noProof="0"/>
          </a:p>
        </p:txBody>
      </p:sp>
      <p:sp>
        <p:nvSpPr>
          <p:cNvPr id="6" name="TextBox 5">
            <a:extLst>
              <a:ext uri="{FF2B5EF4-FFF2-40B4-BE49-F238E27FC236}">
                <a16:creationId xmlns:a16="http://schemas.microsoft.com/office/drawing/2014/main" id="{3AE14296-FBAA-0D0A-A504-CB4E518A5FE4}"/>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3788276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DB474-26E8-C1F5-CC4E-5E748EB70BD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12BF32-7A2D-2467-36F2-2112D2EF815B}"/>
              </a:ext>
            </a:extLst>
          </p:cNvPr>
          <p:cNvSpPr txBox="1"/>
          <p:nvPr/>
        </p:nvSpPr>
        <p:spPr>
          <a:xfrm>
            <a:off x="294935" y="129942"/>
            <a:ext cx="11559607" cy="523220"/>
          </a:xfrm>
          <a:prstGeom prst="rect">
            <a:avLst/>
          </a:prstGeom>
          <a:noFill/>
        </p:spPr>
        <p:txBody>
          <a:bodyPr wrap="square">
            <a:spAutoFit/>
          </a:bodyPr>
          <a:lstStyle/>
          <a:p>
            <a:pPr>
              <a:buNone/>
            </a:pPr>
            <a:r>
              <a:rPr lang="en-US" sz="2800" b="1" dirty="0"/>
              <a:t>Manual Artifact Detection</a:t>
            </a:r>
          </a:p>
        </p:txBody>
      </p:sp>
      <p:sp>
        <p:nvSpPr>
          <p:cNvPr id="9" name="TextBox 8">
            <a:extLst>
              <a:ext uri="{FF2B5EF4-FFF2-40B4-BE49-F238E27FC236}">
                <a16:creationId xmlns:a16="http://schemas.microsoft.com/office/drawing/2014/main" id="{AE9CC944-114D-3739-B5AD-1EDDF5C23CFB}"/>
              </a:ext>
            </a:extLst>
          </p:cNvPr>
          <p:cNvSpPr txBox="1"/>
          <p:nvPr/>
        </p:nvSpPr>
        <p:spPr>
          <a:xfrm>
            <a:off x="4359739" y="4532369"/>
            <a:ext cx="7380513" cy="646331"/>
          </a:xfrm>
          <a:prstGeom prst="rect">
            <a:avLst/>
          </a:prstGeom>
          <a:noFill/>
        </p:spPr>
        <p:txBody>
          <a:bodyPr wrap="square">
            <a:spAutoFit/>
          </a:bodyPr>
          <a:lstStyle/>
          <a:p>
            <a:pPr>
              <a:buNone/>
            </a:pPr>
            <a:r>
              <a:rPr lang="en-US" dirty="0"/>
              <a:t>As you can see once you select the artifact you can drag the red box and adjust the size of the correction.</a:t>
            </a:r>
          </a:p>
        </p:txBody>
      </p:sp>
      <p:pic>
        <p:nvPicPr>
          <p:cNvPr id="12" name="Picture 11">
            <a:extLst>
              <a:ext uri="{FF2B5EF4-FFF2-40B4-BE49-F238E27FC236}">
                <a16:creationId xmlns:a16="http://schemas.microsoft.com/office/drawing/2014/main" id="{CB713BBD-ED30-71F1-ED4C-26E87FA4101B}"/>
              </a:ext>
            </a:extLst>
          </p:cNvPr>
          <p:cNvPicPr>
            <a:picLocks noChangeAspect="1"/>
          </p:cNvPicPr>
          <p:nvPr/>
        </p:nvPicPr>
        <p:blipFill>
          <a:blip r:embed="rId3"/>
          <a:srcRect t="16958" b="23842"/>
          <a:stretch>
            <a:fillRect/>
          </a:stretch>
        </p:blipFill>
        <p:spPr>
          <a:xfrm>
            <a:off x="5210325" y="2394856"/>
            <a:ext cx="2357978" cy="384923"/>
          </a:xfrm>
          <a:prstGeom prst="rect">
            <a:avLst/>
          </a:prstGeom>
        </p:spPr>
      </p:pic>
      <p:pic>
        <p:nvPicPr>
          <p:cNvPr id="3" name="Picture 2">
            <a:extLst>
              <a:ext uri="{FF2B5EF4-FFF2-40B4-BE49-F238E27FC236}">
                <a16:creationId xmlns:a16="http://schemas.microsoft.com/office/drawing/2014/main" id="{74740C4E-37AC-D0C4-0C2F-8EBC373FDC78}"/>
              </a:ext>
            </a:extLst>
          </p:cNvPr>
          <p:cNvPicPr>
            <a:picLocks noChangeAspect="1"/>
          </p:cNvPicPr>
          <p:nvPr/>
        </p:nvPicPr>
        <p:blipFill>
          <a:blip r:embed="rId4"/>
          <a:srcRect b="4936"/>
          <a:stretch>
            <a:fillRect/>
          </a:stretch>
        </p:blipFill>
        <p:spPr>
          <a:xfrm>
            <a:off x="7874746" y="129942"/>
            <a:ext cx="4069457" cy="4402427"/>
          </a:xfrm>
          <a:prstGeom prst="rect">
            <a:avLst/>
          </a:prstGeom>
        </p:spPr>
      </p:pic>
      <p:pic>
        <p:nvPicPr>
          <p:cNvPr id="6" name="Picture 5">
            <a:extLst>
              <a:ext uri="{FF2B5EF4-FFF2-40B4-BE49-F238E27FC236}">
                <a16:creationId xmlns:a16="http://schemas.microsoft.com/office/drawing/2014/main" id="{195BD6A1-B6CD-15CD-0BD3-5FCB13116D5E}"/>
              </a:ext>
            </a:extLst>
          </p:cNvPr>
          <p:cNvPicPr>
            <a:picLocks noChangeAspect="1"/>
          </p:cNvPicPr>
          <p:nvPr/>
        </p:nvPicPr>
        <p:blipFill>
          <a:blip r:embed="rId5"/>
          <a:stretch>
            <a:fillRect/>
          </a:stretch>
        </p:blipFill>
        <p:spPr>
          <a:xfrm>
            <a:off x="4052344" y="129942"/>
            <a:ext cx="3732741" cy="4402427"/>
          </a:xfrm>
          <a:prstGeom prst="rect">
            <a:avLst/>
          </a:prstGeom>
        </p:spPr>
      </p:pic>
      <p:sp>
        <p:nvSpPr>
          <p:cNvPr id="10" name="TextBox 9">
            <a:extLst>
              <a:ext uri="{FF2B5EF4-FFF2-40B4-BE49-F238E27FC236}">
                <a16:creationId xmlns:a16="http://schemas.microsoft.com/office/drawing/2014/main" id="{A1D4E9BB-88E8-944B-3AD8-D4E2E0E138F5}"/>
              </a:ext>
            </a:extLst>
          </p:cNvPr>
          <p:cNvSpPr txBox="1"/>
          <p:nvPr/>
        </p:nvSpPr>
        <p:spPr>
          <a:xfrm>
            <a:off x="152400" y="1025453"/>
            <a:ext cx="3810283" cy="4524315"/>
          </a:xfrm>
          <a:prstGeom prst="rect">
            <a:avLst/>
          </a:prstGeom>
          <a:noFill/>
        </p:spPr>
        <p:txBody>
          <a:bodyPr wrap="square">
            <a:spAutoFit/>
          </a:bodyPr>
          <a:lstStyle/>
          <a:p>
            <a:pPr>
              <a:buNone/>
            </a:pPr>
            <a:r>
              <a:rPr lang="en-US" b="1" dirty="0"/>
              <a:t>Apply and Continue</a:t>
            </a:r>
          </a:p>
          <a:p>
            <a:pPr>
              <a:buFont typeface="+mj-lt"/>
              <a:buAutoNum type="arabicPeriod"/>
            </a:pPr>
            <a:r>
              <a:rPr lang="en-US" dirty="0"/>
              <a:t>After selecting your method (Linear/Spline/</a:t>
            </a:r>
            <a:r>
              <a:rPr lang="en-US" dirty="0" err="1"/>
              <a:t>NaN</a:t>
            </a:r>
            <a:r>
              <a:rPr lang="en-US" dirty="0"/>
              <a:t>), click </a:t>
            </a:r>
            <a:r>
              <a:rPr lang="en-US" b="1" dirty="0"/>
              <a:t>Apply</a:t>
            </a:r>
            <a:r>
              <a:rPr lang="en-US" dirty="0"/>
              <a:t> or </a:t>
            </a:r>
            <a:r>
              <a:rPr lang="en-US" b="1" dirty="0"/>
              <a:t>OK</a:t>
            </a:r>
          </a:p>
          <a:p>
            <a:pPr>
              <a:buFont typeface="+mj-lt"/>
              <a:buAutoNum type="arabicPeriod"/>
            </a:pPr>
            <a:endParaRPr lang="en-US" dirty="0"/>
          </a:p>
          <a:p>
            <a:pPr>
              <a:buFont typeface="+mj-lt"/>
              <a:buAutoNum type="arabicPeriod"/>
            </a:pPr>
            <a:r>
              <a:rPr lang="en-US" dirty="0"/>
              <a:t>The artifact is now corrected - red box disappears, replaced by your interpolation</a:t>
            </a:r>
          </a:p>
          <a:p>
            <a:pPr>
              <a:buFont typeface="+mj-lt"/>
              <a:buAutoNum type="arabicPeriod"/>
            </a:pPr>
            <a:endParaRPr lang="en-US" dirty="0"/>
          </a:p>
          <a:p>
            <a:pPr>
              <a:buFont typeface="+mj-lt"/>
              <a:buAutoNum type="arabicPeriod"/>
            </a:pPr>
            <a:r>
              <a:rPr lang="en-US" b="1" dirty="0"/>
              <a:t>Visually verify</a:t>
            </a:r>
            <a:r>
              <a:rPr lang="en-US" dirty="0"/>
              <a:t> the correction looks natural</a:t>
            </a:r>
          </a:p>
          <a:p>
            <a:pPr>
              <a:buFont typeface="+mj-lt"/>
              <a:buAutoNum type="arabicPeriod"/>
            </a:pPr>
            <a:endParaRPr lang="en-US" dirty="0"/>
          </a:p>
          <a:p>
            <a:pPr>
              <a:buFont typeface="+mj-lt"/>
              <a:buAutoNum type="arabicPeriod"/>
            </a:pPr>
            <a:r>
              <a:rPr lang="en-US" b="1" dirty="0"/>
              <a:t>Continue scanning</a:t>
            </a:r>
            <a:r>
              <a:rPr lang="en-US" dirty="0"/>
              <a:t> - pan to the next 5-second window</a:t>
            </a:r>
          </a:p>
          <a:p>
            <a:pPr>
              <a:buFont typeface="+mj-lt"/>
              <a:buAutoNum type="arabicPeriod"/>
            </a:pPr>
            <a:endParaRPr lang="en-US" dirty="0"/>
          </a:p>
          <a:p>
            <a:pPr>
              <a:buFont typeface="+mj-lt"/>
              <a:buAutoNum type="arabicPeriod"/>
            </a:pPr>
            <a:r>
              <a:rPr lang="en-US" b="1" dirty="0"/>
              <a:t>Repeat Steps 5-7</a:t>
            </a:r>
            <a:r>
              <a:rPr lang="en-US" dirty="0"/>
              <a:t> until you reach the end of the recording</a:t>
            </a:r>
          </a:p>
        </p:txBody>
      </p:sp>
      <p:sp>
        <p:nvSpPr>
          <p:cNvPr id="2" name="Slide Number Placeholder 1">
            <a:extLst>
              <a:ext uri="{FF2B5EF4-FFF2-40B4-BE49-F238E27FC236}">
                <a16:creationId xmlns:a16="http://schemas.microsoft.com/office/drawing/2014/main" id="{904EBBD7-3A85-A49A-9EDC-62D86391A3DA}"/>
              </a:ext>
            </a:extLst>
          </p:cNvPr>
          <p:cNvSpPr>
            <a:spLocks noGrp="1"/>
          </p:cNvSpPr>
          <p:nvPr>
            <p:ph type="sldNum" sz="quarter" idx="12"/>
          </p:nvPr>
        </p:nvSpPr>
        <p:spPr/>
        <p:txBody>
          <a:bodyPr/>
          <a:lstStyle/>
          <a:p>
            <a:fld id="{AA6C878E-6624-8940-965B-E61AF946BCDB}" type="slidenum">
              <a:rPr lang="en-GB" noProof="0" smtClean="0"/>
              <a:t>20</a:t>
            </a:fld>
            <a:endParaRPr lang="en-GB" noProof="0"/>
          </a:p>
        </p:txBody>
      </p:sp>
      <p:sp>
        <p:nvSpPr>
          <p:cNvPr id="5" name="TextBox 4">
            <a:extLst>
              <a:ext uri="{FF2B5EF4-FFF2-40B4-BE49-F238E27FC236}">
                <a16:creationId xmlns:a16="http://schemas.microsoft.com/office/drawing/2014/main" id="{D66CB13F-54F8-3D34-7A3F-1DEAE337E6F5}"/>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17798172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82549-6759-1BEB-4B80-41C9DD1184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81E0E8F-3CB9-DF91-91BD-FB6ED8C894CB}"/>
              </a:ext>
            </a:extLst>
          </p:cNvPr>
          <p:cNvSpPr txBox="1"/>
          <p:nvPr/>
        </p:nvSpPr>
        <p:spPr>
          <a:xfrm>
            <a:off x="294935" y="129942"/>
            <a:ext cx="11559607" cy="523220"/>
          </a:xfrm>
          <a:prstGeom prst="rect">
            <a:avLst/>
          </a:prstGeom>
          <a:noFill/>
        </p:spPr>
        <p:txBody>
          <a:bodyPr wrap="square">
            <a:spAutoFit/>
          </a:bodyPr>
          <a:lstStyle/>
          <a:p>
            <a:pPr>
              <a:buNone/>
            </a:pPr>
            <a:r>
              <a:rPr lang="en-US" sz="2800" b="1" dirty="0"/>
              <a:t>Manual Artifact Detection</a:t>
            </a:r>
          </a:p>
        </p:txBody>
      </p:sp>
      <p:sp>
        <p:nvSpPr>
          <p:cNvPr id="5" name="TextBox 4">
            <a:extLst>
              <a:ext uri="{FF2B5EF4-FFF2-40B4-BE49-F238E27FC236}">
                <a16:creationId xmlns:a16="http://schemas.microsoft.com/office/drawing/2014/main" id="{FADD01DA-6915-79DD-7002-87FA57BD7055}"/>
              </a:ext>
            </a:extLst>
          </p:cNvPr>
          <p:cNvSpPr txBox="1"/>
          <p:nvPr/>
        </p:nvSpPr>
        <p:spPr>
          <a:xfrm>
            <a:off x="294935" y="840272"/>
            <a:ext cx="10374086" cy="3970318"/>
          </a:xfrm>
          <a:prstGeom prst="rect">
            <a:avLst/>
          </a:prstGeom>
          <a:noFill/>
        </p:spPr>
        <p:txBody>
          <a:bodyPr wrap="square">
            <a:spAutoFit/>
          </a:bodyPr>
          <a:lstStyle/>
          <a:p>
            <a:pPr>
              <a:buNone/>
            </a:pPr>
            <a:r>
              <a:rPr lang="en-US" dirty="0"/>
              <a:t>Once you've completed cleaning for one participant:</a:t>
            </a:r>
          </a:p>
          <a:p>
            <a:pPr>
              <a:buFont typeface="+mj-lt"/>
              <a:buAutoNum type="arabicPeriod"/>
            </a:pPr>
            <a:r>
              <a:rPr lang="en-US" dirty="0"/>
              <a:t>Click "Save"</a:t>
            </a:r>
          </a:p>
          <a:p>
            <a:pPr>
              <a:buFont typeface="+mj-lt"/>
              <a:buAutoNum type="arabicPeriod"/>
            </a:pPr>
            <a:r>
              <a:rPr lang="en-US" dirty="0" err="1"/>
              <a:t>BeltApp</a:t>
            </a:r>
            <a:r>
              <a:rPr lang="en-US" dirty="0"/>
              <a:t> will automatically: </a:t>
            </a:r>
          </a:p>
          <a:p>
            <a:pPr marL="800100" lvl="1" indent="-342900">
              <a:buFont typeface="+mj-lt"/>
              <a:buAutoNum type="alphaLcParenR"/>
            </a:pPr>
            <a:r>
              <a:rPr lang="en-US" dirty="0"/>
              <a:t>Save all your artifact corrections</a:t>
            </a:r>
          </a:p>
          <a:p>
            <a:pPr marL="800100" lvl="1" indent="-342900">
              <a:buFont typeface="+mj-lt"/>
              <a:buAutoNum type="alphaLcParenR"/>
            </a:pPr>
            <a:r>
              <a:rPr lang="en-US" dirty="0"/>
              <a:t>Close the current participant's data</a:t>
            </a:r>
          </a:p>
          <a:p>
            <a:pPr marL="800100" lvl="1" indent="-342900">
              <a:buFont typeface="+mj-lt"/>
              <a:buAutoNum type="alphaLcParenR"/>
            </a:pPr>
            <a:r>
              <a:rPr lang="en-US" dirty="0"/>
              <a:t>Load the NEXT participant automatically</a:t>
            </a:r>
          </a:p>
          <a:p>
            <a:pPr marL="742950" lvl="1" indent="-285750">
              <a:buFont typeface="+mj-lt"/>
              <a:buAutoNum type="alphaLcParenR"/>
            </a:pPr>
            <a:endParaRPr lang="en-US" dirty="0"/>
          </a:p>
          <a:p>
            <a:pPr>
              <a:buFont typeface="+mj-lt"/>
              <a:buAutoNum type="arabicPeriod"/>
            </a:pPr>
            <a:r>
              <a:rPr lang="en-US" dirty="0"/>
              <a:t>You'll see the next participant's data appear on screen</a:t>
            </a:r>
          </a:p>
          <a:p>
            <a:pPr>
              <a:buFont typeface="+mj-lt"/>
              <a:buAutoNum type="arabicPeriod"/>
            </a:pPr>
            <a:r>
              <a:rPr lang="en-US" dirty="0"/>
              <a:t>Repeat the steps for this new participant</a:t>
            </a:r>
          </a:p>
          <a:p>
            <a:pPr>
              <a:buNone/>
            </a:pPr>
            <a:endParaRPr lang="en-US" b="1" dirty="0"/>
          </a:p>
          <a:p>
            <a:pPr>
              <a:buNone/>
            </a:pPr>
            <a:r>
              <a:rPr lang="en-US" b="1" dirty="0"/>
              <a:t>Final Save</a:t>
            </a:r>
          </a:p>
          <a:p>
            <a:pPr>
              <a:buNone/>
            </a:pPr>
            <a:r>
              <a:rPr lang="en-US" dirty="0"/>
              <a:t>After completing the last participant:</a:t>
            </a:r>
          </a:p>
          <a:p>
            <a:pPr>
              <a:buFont typeface="+mj-lt"/>
              <a:buAutoNum type="arabicPeriod"/>
            </a:pPr>
            <a:r>
              <a:rPr lang="en-US" dirty="0"/>
              <a:t>Click "Save" one final time</a:t>
            </a:r>
          </a:p>
          <a:p>
            <a:pPr>
              <a:buFont typeface="+mj-lt"/>
              <a:buAutoNum type="arabicPeriod"/>
            </a:pPr>
            <a:r>
              <a:rPr lang="en-US" dirty="0"/>
              <a:t>This ensures the last participant's corrections are stored</a:t>
            </a:r>
          </a:p>
        </p:txBody>
      </p:sp>
      <p:sp>
        <p:nvSpPr>
          <p:cNvPr id="10" name="TextBox 9">
            <a:extLst>
              <a:ext uri="{FF2B5EF4-FFF2-40B4-BE49-F238E27FC236}">
                <a16:creationId xmlns:a16="http://schemas.microsoft.com/office/drawing/2014/main" id="{74E65AC0-7571-F792-EA22-A9D66266057D}"/>
              </a:ext>
            </a:extLst>
          </p:cNvPr>
          <p:cNvSpPr txBox="1"/>
          <p:nvPr/>
        </p:nvSpPr>
        <p:spPr>
          <a:xfrm>
            <a:off x="5987142" y="653162"/>
            <a:ext cx="6466113" cy="3139321"/>
          </a:xfrm>
          <a:prstGeom prst="rect">
            <a:avLst/>
          </a:prstGeom>
          <a:noFill/>
        </p:spPr>
        <p:txBody>
          <a:bodyPr wrap="square">
            <a:spAutoFit/>
          </a:bodyPr>
          <a:lstStyle/>
          <a:p>
            <a:pPr>
              <a:buNone/>
            </a:pPr>
            <a:r>
              <a:rPr lang="en-US" b="1" dirty="0">
                <a:solidFill>
                  <a:srgbClr val="FF0000"/>
                </a:solidFill>
              </a:rPr>
              <a:t>⚠️ CRITICAL: Save Only When Fully Complete</a:t>
            </a:r>
          </a:p>
          <a:p>
            <a:pPr>
              <a:buNone/>
            </a:pPr>
            <a:r>
              <a:rPr lang="en-US" b="1" dirty="0" err="1">
                <a:solidFill>
                  <a:srgbClr val="FF0000"/>
                </a:solidFill>
              </a:rPr>
              <a:t>BeltApp</a:t>
            </a:r>
            <a:r>
              <a:rPr lang="en-US" b="1" dirty="0">
                <a:solidFill>
                  <a:srgbClr val="FF0000"/>
                </a:solidFill>
              </a:rPr>
              <a:t> does NOT auto-save or save partial work.</a:t>
            </a:r>
          </a:p>
          <a:p>
            <a:pPr>
              <a:buNone/>
            </a:pPr>
            <a:endParaRPr lang="en-US" dirty="0">
              <a:solidFill>
                <a:srgbClr val="FF0000"/>
              </a:solidFill>
            </a:endParaRPr>
          </a:p>
          <a:p>
            <a:pPr>
              <a:buNone/>
            </a:pPr>
            <a:r>
              <a:rPr lang="en-US" dirty="0"/>
              <a:t>If you close the program or switch participants before clicking "Save," </a:t>
            </a:r>
            <a:r>
              <a:rPr lang="en-US" b="1" dirty="0"/>
              <a:t>all your cleaning work will be lost.</a:t>
            </a:r>
            <a:endParaRPr lang="en-US" dirty="0"/>
          </a:p>
          <a:p>
            <a:pPr>
              <a:buNone/>
            </a:pPr>
            <a:r>
              <a:rPr lang="en-US" b="1" dirty="0"/>
              <a:t>Correct workflow:</a:t>
            </a:r>
            <a:endParaRPr lang="en-US" dirty="0"/>
          </a:p>
          <a:p>
            <a:pPr>
              <a:buFont typeface="+mj-lt"/>
              <a:buAutoNum type="arabicPeriod"/>
            </a:pPr>
            <a:r>
              <a:rPr lang="en-US" dirty="0"/>
              <a:t>✅ Finish cleaning the </a:t>
            </a:r>
            <a:r>
              <a:rPr lang="en-US" b="1" dirty="0"/>
              <a:t>entire participant</a:t>
            </a:r>
            <a:r>
              <a:rPr lang="en-US" dirty="0"/>
              <a:t> (all phases complete)</a:t>
            </a:r>
          </a:p>
          <a:p>
            <a:pPr>
              <a:buFont typeface="+mj-lt"/>
              <a:buAutoNum type="arabicPeriod"/>
            </a:pPr>
            <a:r>
              <a:rPr lang="en-US" dirty="0"/>
              <a:t>✅ Click </a:t>
            </a:r>
            <a:r>
              <a:rPr lang="en-US" b="1" dirty="0"/>
              <a:t>"Save"</a:t>
            </a:r>
            <a:endParaRPr lang="en-US" dirty="0"/>
          </a:p>
          <a:p>
            <a:pPr>
              <a:buFont typeface="+mj-lt"/>
              <a:buAutoNum type="arabicPeriod"/>
            </a:pPr>
            <a:r>
              <a:rPr lang="en-US" dirty="0"/>
              <a:t>✅ Only then move to next participant or close </a:t>
            </a:r>
            <a:r>
              <a:rPr lang="en-US" dirty="0" err="1"/>
              <a:t>BeltApp</a:t>
            </a:r>
            <a:endParaRPr lang="en-US" dirty="0"/>
          </a:p>
          <a:p>
            <a:pPr>
              <a:buFont typeface="+mj-lt"/>
              <a:buAutoNum type="arabicPeriod"/>
            </a:pPr>
            <a:endParaRPr lang="en-US" dirty="0"/>
          </a:p>
          <a:p>
            <a:r>
              <a:rPr lang="en-US" b="1" dirty="0">
                <a:solidFill>
                  <a:srgbClr val="FF0000"/>
                </a:solidFill>
              </a:rPr>
              <a:t>→ One participant = One complete cleaning session = One save</a:t>
            </a:r>
            <a:endParaRPr lang="en-US" dirty="0">
              <a:solidFill>
                <a:srgbClr val="FF0000"/>
              </a:solidFill>
            </a:endParaRPr>
          </a:p>
        </p:txBody>
      </p:sp>
      <p:cxnSp>
        <p:nvCxnSpPr>
          <p:cNvPr id="13" name="Straight Connector 12">
            <a:extLst>
              <a:ext uri="{FF2B5EF4-FFF2-40B4-BE49-F238E27FC236}">
                <a16:creationId xmlns:a16="http://schemas.microsoft.com/office/drawing/2014/main" id="{6F988C53-D717-5E6A-4E8C-B74BF296F2B6}"/>
              </a:ext>
            </a:extLst>
          </p:cNvPr>
          <p:cNvCxnSpPr/>
          <p:nvPr/>
        </p:nvCxnSpPr>
        <p:spPr>
          <a:xfrm>
            <a:off x="5845629" y="391552"/>
            <a:ext cx="0" cy="5290791"/>
          </a:xfrm>
          <a:prstGeom prst="line">
            <a:avLst/>
          </a:prstGeom>
        </p:spPr>
        <p:style>
          <a:lnRef idx="1">
            <a:schemeClr val="accent1"/>
          </a:lnRef>
          <a:fillRef idx="0">
            <a:schemeClr val="accent1"/>
          </a:fillRef>
          <a:effectRef idx="0">
            <a:schemeClr val="accent1"/>
          </a:effectRef>
          <a:fontRef idx="minor">
            <a:schemeClr val="tx1"/>
          </a:fontRef>
        </p:style>
      </p:cxnSp>
      <p:sp>
        <p:nvSpPr>
          <p:cNvPr id="2" name="Slide Number Placeholder 1">
            <a:extLst>
              <a:ext uri="{FF2B5EF4-FFF2-40B4-BE49-F238E27FC236}">
                <a16:creationId xmlns:a16="http://schemas.microsoft.com/office/drawing/2014/main" id="{492D3368-C3A3-9598-DBBD-29067652E49F}"/>
              </a:ext>
            </a:extLst>
          </p:cNvPr>
          <p:cNvSpPr>
            <a:spLocks noGrp="1"/>
          </p:cNvSpPr>
          <p:nvPr>
            <p:ph type="sldNum" sz="quarter" idx="12"/>
          </p:nvPr>
        </p:nvSpPr>
        <p:spPr/>
        <p:txBody>
          <a:bodyPr/>
          <a:lstStyle/>
          <a:p>
            <a:fld id="{AA6C878E-6624-8940-965B-E61AF946BCDB}" type="slidenum">
              <a:rPr lang="en-GB" noProof="0" smtClean="0"/>
              <a:t>21</a:t>
            </a:fld>
            <a:endParaRPr lang="en-GB" noProof="0"/>
          </a:p>
        </p:txBody>
      </p:sp>
      <p:sp>
        <p:nvSpPr>
          <p:cNvPr id="3" name="TextBox 2">
            <a:extLst>
              <a:ext uri="{FF2B5EF4-FFF2-40B4-BE49-F238E27FC236}">
                <a16:creationId xmlns:a16="http://schemas.microsoft.com/office/drawing/2014/main" id="{596B2E66-D65C-FB73-3D89-8A7C2BFAFCD4}"/>
              </a:ext>
            </a:extLst>
          </p:cNvPr>
          <p:cNvSpPr txBox="1"/>
          <p:nvPr/>
        </p:nvSpPr>
        <p:spPr>
          <a:xfrm>
            <a:off x="1126786" y="6348968"/>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Tree>
    <p:extLst>
      <p:ext uri="{BB962C8B-B14F-4D97-AF65-F5344CB8AC3E}">
        <p14:creationId xmlns:p14="http://schemas.microsoft.com/office/powerpoint/2010/main" val="2774509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8FE7A-3A5E-F347-9307-05BDD003F10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5433D61-AD28-2049-D57A-A8AEA5CD15CB}"/>
              </a:ext>
            </a:extLst>
          </p:cNvPr>
          <p:cNvSpPr txBox="1"/>
          <p:nvPr/>
        </p:nvSpPr>
        <p:spPr>
          <a:xfrm>
            <a:off x="294936" y="6358726"/>
            <a:ext cx="6094378" cy="369332"/>
          </a:xfrm>
          <a:prstGeom prst="rect">
            <a:avLst/>
          </a:prstGeom>
          <a:noFill/>
        </p:spPr>
        <p:txBody>
          <a:bodyPr wrap="square">
            <a:spAutoFit/>
          </a:bodyPr>
          <a:lstStyle/>
          <a:p>
            <a:r>
              <a:rPr lang="en-US" sz="1800" b="1" dirty="0">
                <a:solidFill>
                  <a:schemeClr val="bg1"/>
                </a:solidFill>
                <a:ea typeface="Calibri" panose="020F0502020204030204" pitchFamily="34" charset="0"/>
                <a:cs typeface="Calibri" panose="020F0502020204030204" pitchFamily="34" charset="0"/>
              </a:rPr>
              <a:t>durgun.s@buas.nl</a:t>
            </a:r>
            <a:endParaRPr lang="en-US" sz="1800" dirty="0">
              <a:solidFill>
                <a:schemeClr val="bg1"/>
              </a:solidFill>
            </a:endParaRPr>
          </a:p>
        </p:txBody>
      </p:sp>
      <p:sp>
        <p:nvSpPr>
          <p:cNvPr id="2" name="TextBox 1">
            <a:extLst>
              <a:ext uri="{FF2B5EF4-FFF2-40B4-BE49-F238E27FC236}">
                <a16:creationId xmlns:a16="http://schemas.microsoft.com/office/drawing/2014/main" id="{0613034D-A961-DFEC-6C2A-D04687FBCDD9}"/>
              </a:ext>
            </a:extLst>
          </p:cNvPr>
          <p:cNvSpPr txBox="1"/>
          <p:nvPr/>
        </p:nvSpPr>
        <p:spPr>
          <a:xfrm>
            <a:off x="4809799" y="1203368"/>
            <a:ext cx="6094378" cy="769441"/>
          </a:xfrm>
          <a:prstGeom prst="rect">
            <a:avLst/>
          </a:prstGeom>
          <a:noFill/>
        </p:spPr>
        <p:txBody>
          <a:bodyPr wrap="square">
            <a:spAutoFit/>
          </a:bodyPr>
          <a:lstStyle/>
          <a:p>
            <a:r>
              <a:rPr lang="en-US" sz="4400" b="1" dirty="0">
                <a:latin typeface="Calibri" panose="020F0502020204030204" pitchFamily="34" charset="0"/>
                <a:cs typeface="Calibri" panose="020F0502020204030204" pitchFamily="34" charset="0"/>
              </a:rPr>
              <a:t>That’s all!</a:t>
            </a:r>
            <a:endParaRPr lang="en-US" sz="4400" dirty="0"/>
          </a:p>
        </p:txBody>
      </p:sp>
      <p:sp>
        <p:nvSpPr>
          <p:cNvPr id="3" name="TextBox 2">
            <a:extLst>
              <a:ext uri="{FF2B5EF4-FFF2-40B4-BE49-F238E27FC236}">
                <a16:creationId xmlns:a16="http://schemas.microsoft.com/office/drawing/2014/main" id="{DB7D19E0-F3BF-27D3-CDF4-3E20B92C1F91}"/>
              </a:ext>
            </a:extLst>
          </p:cNvPr>
          <p:cNvSpPr txBox="1"/>
          <p:nvPr/>
        </p:nvSpPr>
        <p:spPr>
          <a:xfrm>
            <a:off x="8002420" y="5452905"/>
            <a:ext cx="6096000" cy="646331"/>
          </a:xfrm>
          <a:prstGeom prst="rect">
            <a:avLst/>
          </a:prstGeom>
          <a:noFill/>
        </p:spPr>
        <p:txBody>
          <a:bodyPr wrap="square">
            <a:spAutoFit/>
          </a:bodyPr>
          <a:lstStyle/>
          <a:p>
            <a:r>
              <a:rPr lang="en-US" sz="1800" dirty="0">
                <a:ea typeface="Calibri" panose="020F0502020204030204" pitchFamily="34" charset="0"/>
                <a:cs typeface="Calibri" panose="020F0502020204030204" pitchFamily="34" charset="0"/>
              </a:rPr>
              <a:t>For any inquires please contact: </a:t>
            </a:r>
          </a:p>
          <a:p>
            <a:r>
              <a:rPr lang="en-US" sz="1800" b="1" dirty="0">
                <a:ea typeface="Calibri" panose="020F0502020204030204" pitchFamily="34" charset="0"/>
                <a:cs typeface="Calibri" panose="020F0502020204030204" pitchFamily="34" charset="0"/>
              </a:rPr>
              <a:t>Sait Durgun (Ph.D.) durgun.s@buas.nl</a:t>
            </a:r>
            <a:endParaRPr lang="en-US" sz="1800" dirty="0"/>
          </a:p>
        </p:txBody>
      </p:sp>
      <p:pic>
        <p:nvPicPr>
          <p:cNvPr id="5" name="Picture 4">
            <a:extLst>
              <a:ext uri="{FF2B5EF4-FFF2-40B4-BE49-F238E27FC236}">
                <a16:creationId xmlns:a16="http://schemas.microsoft.com/office/drawing/2014/main" id="{C256D4F8-0EEE-7922-3C2D-9FC2AB7BC85D}"/>
              </a:ext>
            </a:extLst>
          </p:cNvPr>
          <p:cNvPicPr>
            <a:picLocks noChangeAspect="1"/>
          </p:cNvPicPr>
          <p:nvPr/>
        </p:nvPicPr>
        <p:blipFill>
          <a:blip r:embed="rId2"/>
          <a:stretch>
            <a:fillRect/>
          </a:stretch>
        </p:blipFill>
        <p:spPr>
          <a:xfrm>
            <a:off x="4267911" y="1972809"/>
            <a:ext cx="3452427" cy="2888005"/>
          </a:xfrm>
          <a:prstGeom prst="rect">
            <a:avLst/>
          </a:prstGeom>
        </p:spPr>
      </p:pic>
      <p:sp>
        <p:nvSpPr>
          <p:cNvPr id="4" name="Slide Number Placeholder 3">
            <a:extLst>
              <a:ext uri="{FF2B5EF4-FFF2-40B4-BE49-F238E27FC236}">
                <a16:creationId xmlns:a16="http://schemas.microsoft.com/office/drawing/2014/main" id="{8CBC0012-5A77-7C46-8094-DB3EE5FA6CA5}"/>
              </a:ext>
            </a:extLst>
          </p:cNvPr>
          <p:cNvSpPr>
            <a:spLocks noGrp="1"/>
          </p:cNvSpPr>
          <p:nvPr>
            <p:ph type="sldNum" sz="quarter" idx="12"/>
          </p:nvPr>
        </p:nvSpPr>
        <p:spPr/>
        <p:txBody>
          <a:bodyPr/>
          <a:lstStyle/>
          <a:p>
            <a:fld id="{AA6C878E-6624-8940-965B-E61AF946BCDB}" type="slidenum">
              <a:rPr lang="en-GB" noProof="0" smtClean="0"/>
              <a:t>22</a:t>
            </a:fld>
            <a:endParaRPr lang="en-GB" noProof="0"/>
          </a:p>
        </p:txBody>
      </p:sp>
    </p:spTree>
    <p:extLst>
      <p:ext uri="{BB962C8B-B14F-4D97-AF65-F5344CB8AC3E}">
        <p14:creationId xmlns:p14="http://schemas.microsoft.com/office/powerpoint/2010/main" val="1816808451"/>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5C7B8A2D902EA4A8D3082666D1289AD" ma:contentTypeVersion="19" ma:contentTypeDescription="Create a new document." ma:contentTypeScope="" ma:versionID="bc8eb5492316d71ef944fcfa1ad3dd12">
  <xsd:schema xmlns:xsd="http://www.w3.org/2001/XMLSchema" xmlns:xs="http://www.w3.org/2001/XMLSchema" xmlns:p="http://schemas.microsoft.com/office/2006/metadata/properties" xmlns:ns2="1903b116-3cec-4655-a89f-6992dd84dd37" xmlns:ns3="e388d1a9-1ddf-4abe-ab74-269edb572ea6" targetNamespace="http://schemas.microsoft.com/office/2006/metadata/properties" ma:root="true" ma:fieldsID="fc564e0706efb7dddfd2160e22aeb97e" ns2:_="" ns3:_="">
    <xsd:import namespace="1903b116-3cec-4655-a89f-6992dd84dd37"/>
    <xsd:import namespace="e388d1a9-1ddf-4abe-ab74-269edb572e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lcf76f155ced4ddcb4097134ff3c332f" minOccurs="0"/>
                <xsd:element ref="ns3:TaxCatchAll" minOccurs="0"/>
                <xsd:element ref="ns2:MediaServiceObjectDetectorVersions" minOccurs="0"/>
                <xsd:element ref="ns2:MediaLengthInSecond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03b116-3cec-4655-a89f-6992dd84dd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365a90ea-d0e7-4aae-8ef9-9f5dd1eb65e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388d1a9-1ddf-4abe-ab74-269edb572ea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ca52465b-badd-4017-a817-bc56291f99aa}" ma:internalName="TaxCatchAll" ma:showField="CatchAllData" ma:web="e388d1a9-1ddf-4abe-ab74-269edb572e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388d1a9-1ddf-4abe-ab74-269edb572ea6" xsi:nil="true"/>
    <lcf76f155ced4ddcb4097134ff3c332f xmlns="1903b116-3cec-4655-a89f-6992dd84dd3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94E2EA3-E931-4097-B061-590F5CDE7472}"/>
</file>

<file path=customXml/itemProps2.xml><?xml version="1.0" encoding="utf-8"?>
<ds:datastoreItem xmlns:ds="http://schemas.openxmlformats.org/officeDocument/2006/customXml" ds:itemID="{13F8EC3A-7C72-4A1C-B4EA-6CE0B31C9254}"/>
</file>

<file path=customXml/itemProps3.xml><?xml version="1.0" encoding="utf-8"?>
<ds:datastoreItem xmlns:ds="http://schemas.openxmlformats.org/officeDocument/2006/customXml" ds:itemID="{63D18FB3-4148-437C-B34B-FEF38B5E1E82}"/>
</file>

<file path=docProps/app.xml><?xml version="1.0" encoding="utf-8"?>
<Properties xmlns="http://schemas.openxmlformats.org/officeDocument/2006/extended-properties" xmlns:vt="http://schemas.openxmlformats.org/officeDocument/2006/docPropsVTypes">
  <TotalTime>730</TotalTime>
  <Words>2242</Words>
  <Application>Microsoft Office PowerPoint</Application>
  <PresentationFormat>Widescreen</PresentationFormat>
  <Paragraphs>263</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Book Antiqua</vt:lpstr>
      <vt:lpstr>Calibri</vt:lpstr>
      <vt:lpstr>Calibri Light</vt:lpstr>
      <vt:lpstr>Wingdings</vt:lpstr>
      <vt:lpstr>Kantoorthema</vt:lpstr>
      <vt:lpstr>PowerPoint Presentation</vt:lpstr>
      <vt:lpstr>BeltApp skin conductance data cleaning manual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Durgun, Sait</dc:creator>
  <cp:lastModifiedBy>Durgun, Sait</cp:lastModifiedBy>
  <cp:revision>9</cp:revision>
  <dcterms:created xsi:type="dcterms:W3CDTF">2025-09-10T15:49:52Z</dcterms:created>
  <dcterms:modified xsi:type="dcterms:W3CDTF">2026-01-13T15:15:35Z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0x01010065C7B8A2D902EA4A8D3082666D1289AD</vt:lpwstr>
  </property>
</Properties>
</file>